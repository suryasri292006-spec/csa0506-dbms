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0"/>
  </p:notesMasterIdLst>
  <p:sldIdLst>
    <p:sldId id="264" r:id="rId2"/>
    <p:sldId id="265" r:id="rId3"/>
    <p:sldId id="258" r:id="rId4"/>
    <p:sldId id="257" r:id="rId5"/>
    <p:sldId id="268" r:id="rId6"/>
    <p:sldId id="269" r:id="rId7"/>
    <p:sldId id="262" r:id="rId8"/>
    <p:sldId id="27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72" autoAdjust="0"/>
    <p:restoredTop sz="90957" autoAdjust="0"/>
  </p:normalViewPr>
  <p:slideViewPr>
    <p:cSldViewPr snapToGrid="0">
      <p:cViewPr varScale="1">
        <p:scale>
          <a:sx n="75" d="100"/>
          <a:sy n="75" d="100"/>
        </p:scale>
        <p:origin x="99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29FBA4-2724-44F4-90E8-C7F10EE9933F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57251D1C-D21B-4C81-B9CF-82F83F63CAE2}">
      <dgm:prSet/>
      <dgm:spPr/>
      <dgm:t>
        <a:bodyPr/>
        <a:lstStyle/>
        <a:p>
          <a:r>
            <a:rPr lang="en-IN"/>
            <a:t>Store Data Efficiently</a:t>
          </a:r>
        </a:p>
      </dgm:t>
    </dgm:pt>
    <dgm:pt modelId="{A6E83E90-EAF9-431C-921B-A42E1D52D51E}" type="parTrans" cxnId="{8D58803F-7F93-485E-A5E8-145767F9D330}">
      <dgm:prSet/>
      <dgm:spPr/>
      <dgm:t>
        <a:bodyPr/>
        <a:lstStyle/>
        <a:p>
          <a:endParaRPr lang="en-IN"/>
        </a:p>
      </dgm:t>
    </dgm:pt>
    <dgm:pt modelId="{2C1FF736-1E75-4DF6-8605-E627841A22FB}" type="sibTrans" cxnId="{8D58803F-7F93-485E-A5E8-145767F9D330}">
      <dgm:prSet/>
      <dgm:spPr/>
      <dgm:t>
        <a:bodyPr/>
        <a:lstStyle/>
        <a:p>
          <a:endParaRPr lang="en-IN"/>
        </a:p>
      </dgm:t>
    </dgm:pt>
    <dgm:pt modelId="{81DC9D9C-20A8-4589-89ED-848C2F389208}">
      <dgm:prSet/>
      <dgm:spPr/>
      <dgm:t>
        <a:bodyPr/>
        <a:lstStyle/>
        <a:p>
          <a:r>
            <a:rPr lang="en-IN"/>
            <a:t>Reduce Data Redundancy</a:t>
          </a:r>
        </a:p>
      </dgm:t>
    </dgm:pt>
    <dgm:pt modelId="{E941EB9A-F7AB-4D6B-87C2-6B2DADA6C71A}" type="parTrans" cxnId="{7B69B072-5021-46E1-9B0E-070A38074C9A}">
      <dgm:prSet/>
      <dgm:spPr/>
      <dgm:t>
        <a:bodyPr/>
        <a:lstStyle/>
        <a:p>
          <a:endParaRPr lang="en-IN"/>
        </a:p>
      </dgm:t>
    </dgm:pt>
    <dgm:pt modelId="{18627CCC-6649-425B-BF95-212322BEC471}" type="sibTrans" cxnId="{7B69B072-5021-46E1-9B0E-070A38074C9A}">
      <dgm:prSet/>
      <dgm:spPr/>
      <dgm:t>
        <a:bodyPr/>
        <a:lstStyle/>
        <a:p>
          <a:endParaRPr lang="en-IN"/>
        </a:p>
      </dgm:t>
    </dgm:pt>
    <dgm:pt modelId="{70A3F90E-AC5B-405B-96C4-55C49E4C41F3}">
      <dgm:prSet/>
      <dgm:spPr/>
      <dgm:t>
        <a:bodyPr/>
        <a:lstStyle/>
        <a:p>
          <a:r>
            <a:rPr lang="en-IN"/>
            <a:t>Improve Data Security</a:t>
          </a:r>
        </a:p>
      </dgm:t>
    </dgm:pt>
    <dgm:pt modelId="{D60BAF22-4889-4871-B98D-DA412CDC72DA}" type="parTrans" cxnId="{F34B7215-4B0B-49C4-816D-F0B770B25707}">
      <dgm:prSet/>
      <dgm:spPr/>
      <dgm:t>
        <a:bodyPr/>
        <a:lstStyle/>
        <a:p>
          <a:endParaRPr lang="en-IN"/>
        </a:p>
      </dgm:t>
    </dgm:pt>
    <dgm:pt modelId="{E2FB848B-492E-4EFA-B985-85F2988D6FF5}" type="sibTrans" cxnId="{F34B7215-4B0B-49C4-816D-F0B770B25707}">
      <dgm:prSet/>
      <dgm:spPr/>
      <dgm:t>
        <a:bodyPr/>
        <a:lstStyle/>
        <a:p>
          <a:endParaRPr lang="en-IN"/>
        </a:p>
      </dgm:t>
    </dgm:pt>
    <dgm:pt modelId="{83A3C94E-72D0-4466-B9BB-9DEA35C404D2}">
      <dgm:prSet/>
      <dgm:spPr/>
      <dgm:t>
        <a:bodyPr/>
        <a:lstStyle/>
        <a:p>
          <a:r>
            <a:rPr lang="en-IN"/>
            <a:t>Provide Fast Data Retrieval</a:t>
          </a:r>
        </a:p>
      </dgm:t>
    </dgm:pt>
    <dgm:pt modelId="{C27FAB6F-F75A-44BF-8359-15AF95F882E7}" type="parTrans" cxnId="{AD65C313-EC7D-45A2-B7FA-E53E768F75C7}">
      <dgm:prSet/>
      <dgm:spPr/>
      <dgm:t>
        <a:bodyPr/>
        <a:lstStyle/>
        <a:p>
          <a:endParaRPr lang="en-IN"/>
        </a:p>
      </dgm:t>
    </dgm:pt>
    <dgm:pt modelId="{E42D60BB-DB4F-47FE-B381-1D7FA79C8DF8}" type="sibTrans" cxnId="{AD65C313-EC7D-45A2-B7FA-E53E768F75C7}">
      <dgm:prSet/>
      <dgm:spPr/>
      <dgm:t>
        <a:bodyPr/>
        <a:lstStyle/>
        <a:p>
          <a:endParaRPr lang="en-IN"/>
        </a:p>
      </dgm:t>
    </dgm:pt>
    <dgm:pt modelId="{CD901F42-57AB-43DC-8EDC-609F8B247AA8}">
      <dgm:prSet/>
      <dgm:spPr/>
      <dgm:t>
        <a:bodyPr/>
        <a:lstStyle/>
        <a:p>
          <a:r>
            <a:rPr lang="en-IN"/>
            <a:t>Allow Multiple Users</a:t>
          </a:r>
        </a:p>
      </dgm:t>
    </dgm:pt>
    <dgm:pt modelId="{C498462F-0369-4FAB-8236-6EDFAFC6F079}" type="parTrans" cxnId="{B81D79B2-9A6A-4637-B2FD-A6F57428BBD6}">
      <dgm:prSet/>
      <dgm:spPr/>
      <dgm:t>
        <a:bodyPr/>
        <a:lstStyle/>
        <a:p>
          <a:endParaRPr lang="en-IN"/>
        </a:p>
      </dgm:t>
    </dgm:pt>
    <dgm:pt modelId="{92466C37-ACF1-45E0-89FE-AB2E0ACC88DA}" type="sibTrans" cxnId="{B81D79B2-9A6A-4637-B2FD-A6F57428BBD6}">
      <dgm:prSet/>
      <dgm:spPr/>
      <dgm:t>
        <a:bodyPr/>
        <a:lstStyle/>
        <a:p>
          <a:endParaRPr lang="en-IN"/>
        </a:p>
      </dgm:t>
    </dgm:pt>
    <dgm:pt modelId="{C745A716-3D9E-4ACF-B0F1-F27ED84E208A}" type="pres">
      <dgm:prSet presAssocID="{5929FBA4-2724-44F4-90E8-C7F10EE9933F}" presName="compositeShape" presStyleCnt="0">
        <dgm:presLayoutVars>
          <dgm:chMax val="7"/>
          <dgm:dir/>
          <dgm:resizeHandles val="exact"/>
        </dgm:presLayoutVars>
      </dgm:prSet>
      <dgm:spPr/>
    </dgm:pt>
    <dgm:pt modelId="{E38B1FB9-538B-4AAB-A184-133F6C53A0E9}" type="pres">
      <dgm:prSet presAssocID="{57251D1C-D21B-4C81-B9CF-82F83F63CAE2}" presName="circ1" presStyleLbl="vennNode1" presStyleIdx="0" presStyleCnt="5"/>
      <dgm:spPr/>
    </dgm:pt>
    <dgm:pt modelId="{F07E46DF-2186-4FAD-8DC8-98CCF46A4254}" type="pres">
      <dgm:prSet presAssocID="{57251D1C-D21B-4C81-B9CF-82F83F63CAE2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1D94DE4-22D9-4D83-AB5D-7F924B117EB5}" type="pres">
      <dgm:prSet presAssocID="{81DC9D9C-20A8-4589-89ED-848C2F389208}" presName="circ2" presStyleLbl="vennNode1" presStyleIdx="1" presStyleCnt="5"/>
      <dgm:spPr/>
    </dgm:pt>
    <dgm:pt modelId="{25D5E0BC-0C85-497E-AC61-893671DE3D5C}" type="pres">
      <dgm:prSet presAssocID="{81DC9D9C-20A8-4589-89ED-848C2F389208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1060DAD-3BA2-4458-BE4C-E762B769DC74}" type="pres">
      <dgm:prSet presAssocID="{70A3F90E-AC5B-405B-96C4-55C49E4C41F3}" presName="circ3" presStyleLbl="vennNode1" presStyleIdx="2" presStyleCnt="5"/>
      <dgm:spPr/>
    </dgm:pt>
    <dgm:pt modelId="{86F1049B-F2F2-46F8-99E5-F7C89213E4A2}" type="pres">
      <dgm:prSet presAssocID="{70A3F90E-AC5B-405B-96C4-55C49E4C41F3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FE34445-A585-4B39-9D57-6082E9658D5C}" type="pres">
      <dgm:prSet presAssocID="{83A3C94E-72D0-4466-B9BB-9DEA35C404D2}" presName="circ4" presStyleLbl="vennNode1" presStyleIdx="3" presStyleCnt="5"/>
      <dgm:spPr/>
    </dgm:pt>
    <dgm:pt modelId="{74014151-D2EF-49B5-9AC2-0FA8A6B57E4E}" type="pres">
      <dgm:prSet presAssocID="{83A3C94E-72D0-4466-B9BB-9DEA35C404D2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6178ECE-97AD-49A6-8C0B-8584B3C82238}" type="pres">
      <dgm:prSet presAssocID="{CD901F42-57AB-43DC-8EDC-609F8B247AA8}" presName="circ5" presStyleLbl="vennNode1" presStyleIdx="4" presStyleCnt="5"/>
      <dgm:spPr/>
    </dgm:pt>
    <dgm:pt modelId="{029B9E0C-C7D4-4DE3-AC8E-CDE961391346}" type="pres">
      <dgm:prSet presAssocID="{CD901F42-57AB-43DC-8EDC-609F8B247AA8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AD65C313-EC7D-45A2-B7FA-E53E768F75C7}" srcId="{5929FBA4-2724-44F4-90E8-C7F10EE9933F}" destId="{83A3C94E-72D0-4466-B9BB-9DEA35C404D2}" srcOrd="3" destOrd="0" parTransId="{C27FAB6F-F75A-44BF-8359-15AF95F882E7}" sibTransId="{E42D60BB-DB4F-47FE-B381-1D7FA79C8DF8}"/>
    <dgm:cxn modelId="{F34B7215-4B0B-49C4-816D-F0B770B25707}" srcId="{5929FBA4-2724-44F4-90E8-C7F10EE9933F}" destId="{70A3F90E-AC5B-405B-96C4-55C49E4C41F3}" srcOrd="2" destOrd="0" parTransId="{D60BAF22-4889-4871-B98D-DA412CDC72DA}" sibTransId="{E2FB848B-492E-4EFA-B985-85F2988D6FF5}"/>
    <dgm:cxn modelId="{3C35BF1B-C881-47AB-B685-E26C96266254}" type="presOf" srcId="{57251D1C-D21B-4C81-B9CF-82F83F63CAE2}" destId="{F07E46DF-2186-4FAD-8DC8-98CCF46A4254}" srcOrd="0" destOrd="0" presId="urn:microsoft.com/office/officeart/2005/8/layout/venn1"/>
    <dgm:cxn modelId="{EF14473A-2628-4A77-BD9E-B2A40E032B87}" type="presOf" srcId="{5929FBA4-2724-44F4-90E8-C7F10EE9933F}" destId="{C745A716-3D9E-4ACF-B0F1-F27ED84E208A}" srcOrd="0" destOrd="0" presId="urn:microsoft.com/office/officeart/2005/8/layout/venn1"/>
    <dgm:cxn modelId="{8D58803F-7F93-485E-A5E8-145767F9D330}" srcId="{5929FBA4-2724-44F4-90E8-C7F10EE9933F}" destId="{57251D1C-D21B-4C81-B9CF-82F83F63CAE2}" srcOrd="0" destOrd="0" parTransId="{A6E83E90-EAF9-431C-921B-A42E1D52D51E}" sibTransId="{2C1FF736-1E75-4DF6-8605-E627841A22FB}"/>
    <dgm:cxn modelId="{7B69B072-5021-46E1-9B0E-070A38074C9A}" srcId="{5929FBA4-2724-44F4-90E8-C7F10EE9933F}" destId="{81DC9D9C-20A8-4589-89ED-848C2F389208}" srcOrd="1" destOrd="0" parTransId="{E941EB9A-F7AB-4D6B-87C2-6B2DADA6C71A}" sibTransId="{18627CCC-6649-425B-BF95-212322BEC471}"/>
    <dgm:cxn modelId="{AE761255-47CA-48B7-97ED-2777B5D1F48D}" type="presOf" srcId="{70A3F90E-AC5B-405B-96C4-55C49E4C41F3}" destId="{86F1049B-F2F2-46F8-99E5-F7C89213E4A2}" srcOrd="0" destOrd="0" presId="urn:microsoft.com/office/officeart/2005/8/layout/venn1"/>
    <dgm:cxn modelId="{06A561AA-5D3A-4D18-BC8D-6839461CBCB1}" type="presOf" srcId="{83A3C94E-72D0-4466-B9BB-9DEA35C404D2}" destId="{74014151-D2EF-49B5-9AC2-0FA8A6B57E4E}" srcOrd="0" destOrd="0" presId="urn:microsoft.com/office/officeart/2005/8/layout/venn1"/>
    <dgm:cxn modelId="{B81D79B2-9A6A-4637-B2FD-A6F57428BBD6}" srcId="{5929FBA4-2724-44F4-90E8-C7F10EE9933F}" destId="{CD901F42-57AB-43DC-8EDC-609F8B247AA8}" srcOrd="4" destOrd="0" parTransId="{C498462F-0369-4FAB-8236-6EDFAFC6F079}" sibTransId="{92466C37-ACF1-45E0-89FE-AB2E0ACC88DA}"/>
    <dgm:cxn modelId="{56AC63D0-7563-4B6E-890D-655669E5FF55}" type="presOf" srcId="{81DC9D9C-20A8-4589-89ED-848C2F389208}" destId="{25D5E0BC-0C85-497E-AC61-893671DE3D5C}" srcOrd="0" destOrd="0" presId="urn:microsoft.com/office/officeart/2005/8/layout/venn1"/>
    <dgm:cxn modelId="{1AAEB1EA-DAA4-4DE3-A19B-D776E1C5CE5B}" type="presOf" srcId="{CD901F42-57AB-43DC-8EDC-609F8B247AA8}" destId="{029B9E0C-C7D4-4DE3-AC8E-CDE961391346}" srcOrd="0" destOrd="0" presId="urn:microsoft.com/office/officeart/2005/8/layout/venn1"/>
    <dgm:cxn modelId="{65853617-D825-433D-8D49-03CA414CEF1E}" type="presParOf" srcId="{C745A716-3D9E-4ACF-B0F1-F27ED84E208A}" destId="{E38B1FB9-538B-4AAB-A184-133F6C53A0E9}" srcOrd="0" destOrd="0" presId="urn:microsoft.com/office/officeart/2005/8/layout/venn1"/>
    <dgm:cxn modelId="{FDCBDD56-4B77-4232-9AD7-19187C349594}" type="presParOf" srcId="{C745A716-3D9E-4ACF-B0F1-F27ED84E208A}" destId="{F07E46DF-2186-4FAD-8DC8-98CCF46A4254}" srcOrd="1" destOrd="0" presId="urn:microsoft.com/office/officeart/2005/8/layout/venn1"/>
    <dgm:cxn modelId="{CCA56B9C-E9FC-4F31-A2F1-55DABBFC7659}" type="presParOf" srcId="{C745A716-3D9E-4ACF-B0F1-F27ED84E208A}" destId="{D1D94DE4-22D9-4D83-AB5D-7F924B117EB5}" srcOrd="2" destOrd="0" presId="urn:microsoft.com/office/officeart/2005/8/layout/venn1"/>
    <dgm:cxn modelId="{B281D5DF-BFB9-4C22-928F-4957B7DD6B7A}" type="presParOf" srcId="{C745A716-3D9E-4ACF-B0F1-F27ED84E208A}" destId="{25D5E0BC-0C85-497E-AC61-893671DE3D5C}" srcOrd="3" destOrd="0" presId="urn:microsoft.com/office/officeart/2005/8/layout/venn1"/>
    <dgm:cxn modelId="{DDA4B4BF-2990-4590-A453-A60038C883E7}" type="presParOf" srcId="{C745A716-3D9E-4ACF-B0F1-F27ED84E208A}" destId="{21060DAD-3BA2-4458-BE4C-E762B769DC74}" srcOrd="4" destOrd="0" presId="urn:microsoft.com/office/officeart/2005/8/layout/venn1"/>
    <dgm:cxn modelId="{CAFE2FE7-FA19-4451-9AFC-211CFC575BE4}" type="presParOf" srcId="{C745A716-3D9E-4ACF-B0F1-F27ED84E208A}" destId="{86F1049B-F2F2-46F8-99E5-F7C89213E4A2}" srcOrd="5" destOrd="0" presId="urn:microsoft.com/office/officeart/2005/8/layout/venn1"/>
    <dgm:cxn modelId="{C8CDA8FF-B13B-4EB7-BE83-5CE5559AF0D4}" type="presParOf" srcId="{C745A716-3D9E-4ACF-B0F1-F27ED84E208A}" destId="{AFE34445-A585-4B39-9D57-6082E9658D5C}" srcOrd="6" destOrd="0" presId="urn:microsoft.com/office/officeart/2005/8/layout/venn1"/>
    <dgm:cxn modelId="{3606CA09-1007-4B9B-9A30-D0B34E9CCF2A}" type="presParOf" srcId="{C745A716-3D9E-4ACF-B0F1-F27ED84E208A}" destId="{74014151-D2EF-49B5-9AC2-0FA8A6B57E4E}" srcOrd="7" destOrd="0" presId="urn:microsoft.com/office/officeart/2005/8/layout/venn1"/>
    <dgm:cxn modelId="{8FF954D0-9031-4C3C-906C-67CD16F80A8E}" type="presParOf" srcId="{C745A716-3D9E-4ACF-B0F1-F27ED84E208A}" destId="{B6178ECE-97AD-49A6-8C0B-8584B3C82238}" srcOrd="8" destOrd="0" presId="urn:microsoft.com/office/officeart/2005/8/layout/venn1"/>
    <dgm:cxn modelId="{93F1B492-98A6-4464-AC3D-95BD4A315E6D}" type="presParOf" srcId="{C745A716-3D9E-4ACF-B0F1-F27ED84E208A}" destId="{029B9E0C-C7D4-4DE3-AC8E-CDE961391346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0E24FA-4CD2-4633-B701-9C03878D48ED}" type="doc">
      <dgm:prSet loTypeId="urn:microsoft.com/office/officeart/2008/layout/LinedLis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D6821D8-CCC1-41EE-A99A-5A5AA9E31922}">
      <dgm:prSet/>
      <dgm:spPr/>
      <dgm:t>
        <a:bodyPr/>
        <a:lstStyle/>
        <a:p>
          <a:r>
            <a:rPr lang="en-IN" dirty="0"/>
            <a:t>🏦</a:t>
          </a:r>
          <a:r>
            <a:rPr lang="en-IN" b="1" dirty="0"/>
            <a:t>Banking</a:t>
          </a:r>
          <a:endParaRPr lang="en-IN" dirty="0"/>
        </a:p>
      </dgm:t>
    </dgm:pt>
    <dgm:pt modelId="{A71C7FF1-3599-4FB1-9861-F7A760CA7959}" type="parTrans" cxnId="{FAA1B388-2D39-4020-8A89-2F77E98C9FFF}">
      <dgm:prSet/>
      <dgm:spPr/>
      <dgm:t>
        <a:bodyPr/>
        <a:lstStyle/>
        <a:p>
          <a:endParaRPr lang="en-IN"/>
        </a:p>
      </dgm:t>
    </dgm:pt>
    <dgm:pt modelId="{3F0A74F4-070E-48A7-AF8E-101344D7F4BA}" type="sibTrans" cxnId="{FAA1B388-2D39-4020-8A89-2F77E98C9FFF}">
      <dgm:prSet/>
      <dgm:spPr/>
      <dgm:t>
        <a:bodyPr/>
        <a:lstStyle/>
        <a:p>
          <a:endParaRPr lang="en-IN"/>
        </a:p>
      </dgm:t>
    </dgm:pt>
    <dgm:pt modelId="{2C60082C-4866-40AD-8653-EA67C7D61ACF}">
      <dgm:prSet/>
      <dgm:spPr/>
      <dgm:t>
        <a:bodyPr/>
        <a:lstStyle/>
        <a:p>
          <a:r>
            <a:rPr lang="en-IN"/>
            <a:t>Customer accounts </a:t>
          </a:r>
        </a:p>
      </dgm:t>
    </dgm:pt>
    <dgm:pt modelId="{B12BEEFC-F607-4247-826A-75D042B9D056}" type="parTrans" cxnId="{70681535-6906-41B1-821F-EDA577BCDF7C}">
      <dgm:prSet/>
      <dgm:spPr/>
      <dgm:t>
        <a:bodyPr/>
        <a:lstStyle/>
        <a:p>
          <a:endParaRPr lang="en-IN"/>
        </a:p>
      </dgm:t>
    </dgm:pt>
    <dgm:pt modelId="{857BCA06-397E-43AF-A06F-06845D1B765F}" type="sibTrans" cxnId="{70681535-6906-41B1-821F-EDA577BCDF7C}">
      <dgm:prSet/>
      <dgm:spPr/>
      <dgm:t>
        <a:bodyPr/>
        <a:lstStyle/>
        <a:p>
          <a:endParaRPr lang="en-IN"/>
        </a:p>
      </dgm:t>
    </dgm:pt>
    <dgm:pt modelId="{491E6432-BE5D-494E-9948-D8B589FD9575}">
      <dgm:prSet/>
      <dgm:spPr/>
      <dgm:t>
        <a:bodyPr/>
        <a:lstStyle/>
        <a:p>
          <a:r>
            <a:rPr lang="en-IN"/>
            <a:t>ATM transactions </a:t>
          </a:r>
        </a:p>
      </dgm:t>
    </dgm:pt>
    <dgm:pt modelId="{007DF45B-909A-4EAA-B970-1DDD1ABE198E}" type="parTrans" cxnId="{A0313B1A-EE1D-42FF-B59B-5D120A12098B}">
      <dgm:prSet/>
      <dgm:spPr/>
      <dgm:t>
        <a:bodyPr/>
        <a:lstStyle/>
        <a:p>
          <a:endParaRPr lang="en-IN"/>
        </a:p>
      </dgm:t>
    </dgm:pt>
    <dgm:pt modelId="{824746DC-5408-4B8D-889E-45E221EFBD96}" type="sibTrans" cxnId="{A0313B1A-EE1D-42FF-B59B-5D120A12098B}">
      <dgm:prSet/>
      <dgm:spPr/>
      <dgm:t>
        <a:bodyPr/>
        <a:lstStyle/>
        <a:p>
          <a:endParaRPr lang="en-IN"/>
        </a:p>
      </dgm:t>
    </dgm:pt>
    <dgm:pt modelId="{B90B24B7-2D8F-4ADE-AA4D-E1D6A8E57BC1}">
      <dgm:prSet/>
      <dgm:spPr/>
      <dgm:t>
        <a:bodyPr/>
        <a:lstStyle/>
        <a:p>
          <a:r>
            <a:rPr lang="en-IN"/>
            <a:t>Online banking </a:t>
          </a:r>
        </a:p>
      </dgm:t>
    </dgm:pt>
    <dgm:pt modelId="{72E05D18-C333-4BF3-8F57-DB44E2F9CB99}" type="parTrans" cxnId="{B938083A-EE03-4F3B-9D48-F589A8247053}">
      <dgm:prSet/>
      <dgm:spPr/>
      <dgm:t>
        <a:bodyPr/>
        <a:lstStyle/>
        <a:p>
          <a:endParaRPr lang="en-IN"/>
        </a:p>
      </dgm:t>
    </dgm:pt>
    <dgm:pt modelId="{8403ABBF-8B81-4DD9-9E82-6218E2BA86A3}" type="sibTrans" cxnId="{B938083A-EE03-4F3B-9D48-F589A8247053}">
      <dgm:prSet/>
      <dgm:spPr/>
      <dgm:t>
        <a:bodyPr/>
        <a:lstStyle/>
        <a:p>
          <a:endParaRPr lang="en-IN"/>
        </a:p>
      </dgm:t>
    </dgm:pt>
    <dgm:pt modelId="{506174E9-2552-4929-95BE-91766487F67C}">
      <dgm:prSet/>
      <dgm:spPr/>
      <dgm:t>
        <a:bodyPr/>
        <a:lstStyle/>
        <a:p>
          <a:r>
            <a:rPr lang="en-IN"/>
            <a:t>Loan management</a:t>
          </a:r>
        </a:p>
      </dgm:t>
    </dgm:pt>
    <dgm:pt modelId="{564E8970-4529-4BFE-9A7F-8AD3F4223803}" type="parTrans" cxnId="{FD91B9F5-FDAD-4F58-99CE-DF51B2DDCD46}">
      <dgm:prSet/>
      <dgm:spPr/>
      <dgm:t>
        <a:bodyPr/>
        <a:lstStyle/>
        <a:p>
          <a:endParaRPr lang="en-IN"/>
        </a:p>
      </dgm:t>
    </dgm:pt>
    <dgm:pt modelId="{B9197A81-FFF9-46B3-AE74-0DC50DF0C39D}" type="sibTrans" cxnId="{FD91B9F5-FDAD-4F58-99CE-DF51B2DDCD46}">
      <dgm:prSet/>
      <dgm:spPr/>
      <dgm:t>
        <a:bodyPr/>
        <a:lstStyle/>
        <a:p>
          <a:endParaRPr lang="en-IN"/>
        </a:p>
      </dgm:t>
    </dgm:pt>
    <dgm:pt modelId="{DFC58B3F-A31A-498C-A111-DBAED261DC9E}" type="pres">
      <dgm:prSet presAssocID="{FA0E24FA-4CD2-4633-B701-9C03878D48ED}" presName="vert0" presStyleCnt="0">
        <dgm:presLayoutVars>
          <dgm:dir/>
          <dgm:animOne val="branch"/>
          <dgm:animLvl val="lvl"/>
        </dgm:presLayoutVars>
      </dgm:prSet>
      <dgm:spPr/>
    </dgm:pt>
    <dgm:pt modelId="{65B98B0A-7C5E-4784-BEEB-040A756BFB4C}" type="pres">
      <dgm:prSet presAssocID="{1D6821D8-CCC1-41EE-A99A-5A5AA9E31922}" presName="thickLine" presStyleLbl="alignNode1" presStyleIdx="0" presStyleCnt="5"/>
      <dgm:spPr/>
    </dgm:pt>
    <dgm:pt modelId="{161076E9-2CFB-4AD4-9069-24C082A9DB42}" type="pres">
      <dgm:prSet presAssocID="{1D6821D8-CCC1-41EE-A99A-5A5AA9E31922}" presName="horz1" presStyleCnt="0"/>
      <dgm:spPr/>
    </dgm:pt>
    <dgm:pt modelId="{23BA4990-80E4-40F0-9526-7C83C870104A}" type="pres">
      <dgm:prSet presAssocID="{1D6821D8-CCC1-41EE-A99A-5A5AA9E31922}" presName="tx1" presStyleLbl="revTx" presStyleIdx="0" presStyleCnt="5"/>
      <dgm:spPr/>
    </dgm:pt>
    <dgm:pt modelId="{04D9579B-511E-4EFE-B8AB-724E33CD00D5}" type="pres">
      <dgm:prSet presAssocID="{1D6821D8-CCC1-41EE-A99A-5A5AA9E31922}" presName="vert1" presStyleCnt="0"/>
      <dgm:spPr/>
    </dgm:pt>
    <dgm:pt modelId="{F2CD0037-E217-4E10-B38F-FAEC5C22BD10}" type="pres">
      <dgm:prSet presAssocID="{2C60082C-4866-40AD-8653-EA67C7D61ACF}" presName="thickLine" presStyleLbl="alignNode1" presStyleIdx="1" presStyleCnt="5"/>
      <dgm:spPr/>
    </dgm:pt>
    <dgm:pt modelId="{954F75EF-D587-47A3-BB77-50418B6DFBEB}" type="pres">
      <dgm:prSet presAssocID="{2C60082C-4866-40AD-8653-EA67C7D61ACF}" presName="horz1" presStyleCnt="0"/>
      <dgm:spPr/>
    </dgm:pt>
    <dgm:pt modelId="{895C1C99-7F70-4AF4-A446-2BD7663BB307}" type="pres">
      <dgm:prSet presAssocID="{2C60082C-4866-40AD-8653-EA67C7D61ACF}" presName="tx1" presStyleLbl="revTx" presStyleIdx="1" presStyleCnt="5"/>
      <dgm:spPr/>
    </dgm:pt>
    <dgm:pt modelId="{7045C29C-F7C0-4E50-BD9D-2B47F409D515}" type="pres">
      <dgm:prSet presAssocID="{2C60082C-4866-40AD-8653-EA67C7D61ACF}" presName="vert1" presStyleCnt="0"/>
      <dgm:spPr/>
    </dgm:pt>
    <dgm:pt modelId="{C9B927B9-50E0-4EE3-8B40-F903A729004C}" type="pres">
      <dgm:prSet presAssocID="{491E6432-BE5D-494E-9948-D8B589FD9575}" presName="thickLine" presStyleLbl="alignNode1" presStyleIdx="2" presStyleCnt="5"/>
      <dgm:spPr/>
    </dgm:pt>
    <dgm:pt modelId="{83C7F957-B5BD-4A28-8CAD-5938C920AA75}" type="pres">
      <dgm:prSet presAssocID="{491E6432-BE5D-494E-9948-D8B589FD9575}" presName="horz1" presStyleCnt="0"/>
      <dgm:spPr/>
    </dgm:pt>
    <dgm:pt modelId="{7B0BA971-C40A-4943-A50E-937843D49A98}" type="pres">
      <dgm:prSet presAssocID="{491E6432-BE5D-494E-9948-D8B589FD9575}" presName="tx1" presStyleLbl="revTx" presStyleIdx="2" presStyleCnt="5"/>
      <dgm:spPr/>
    </dgm:pt>
    <dgm:pt modelId="{DF637D02-E3C0-44D5-B8BB-03BFF92C9B23}" type="pres">
      <dgm:prSet presAssocID="{491E6432-BE5D-494E-9948-D8B589FD9575}" presName="vert1" presStyleCnt="0"/>
      <dgm:spPr/>
    </dgm:pt>
    <dgm:pt modelId="{F2401FC9-DD94-46FD-BC82-158079EBB0B4}" type="pres">
      <dgm:prSet presAssocID="{B90B24B7-2D8F-4ADE-AA4D-E1D6A8E57BC1}" presName="thickLine" presStyleLbl="alignNode1" presStyleIdx="3" presStyleCnt="5"/>
      <dgm:spPr/>
    </dgm:pt>
    <dgm:pt modelId="{0B8A13D0-A0B8-41F0-89E2-F2441E3F97E1}" type="pres">
      <dgm:prSet presAssocID="{B90B24B7-2D8F-4ADE-AA4D-E1D6A8E57BC1}" presName="horz1" presStyleCnt="0"/>
      <dgm:spPr/>
    </dgm:pt>
    <dgm:pt modelId="{802FC0FE-3820-4B53-AFB5-D5F9387DAD01}" type="pres">
      <dgm:prSet presAssocID="{B90B24B7-2D8F-4ADE-AA4D-E1D6A8E57BC1}" presName="tx1" presStyleLbl="revTx" presStyleIdx="3" presStyleCnt="5"/>
      <dgm:spPr/>
    </dgm:pt>
    <dgm:pt modelId="{76C9B3F2-DC5D-47FB-B256-D7C0429048B8}" type="pres">
      <dgm:prSet presAssocID="{B90B24B7-2D8F-4ADE-AA4D-E1D6A8E57BC1}" presName="vert1" presStyleCnt="0"/>
      <dgm:spPr/>
    </dgm:pt>
    <dgm:pt modelId="{E165C32E-F620-44E4-A508-F09F7D186778}" type="pres">
      <dgm:prSet presAssocID="{506174E9-2552-4929-95BE-91766487F67C}" presName="thickLine" presStyleLbl="alignNode1" presStyleIdx="4" presStyleCnt="5"/>
      <dgm:spPr/>
    </dgm:pt>
    <dgm:pt modelId="{EE9B14F7-4A0F-49BC-A87D-951C631C0C34}" type="pres">
      <dgm:prSet presAssocID="{506174E9-2552-4929-95BE-91766487F67C}" presName="horz1" presStyleCnt="0"/>
      <dgm:spPr/>
    </dgm:pt>
    <dgm:pt modelId="{52186EEC-A5A7-4F56-924F-96CF769A84A8}" type="pres">
      <dgm:prSet presAssocID="{506174E9-2552-4929-95BE-91766487F67C}" presName="tx1" presStyleLbl="revTx" presStyleIdx="4" presStyleCnt="5"/>
      <dgm:spPr/>
    </dgm:pt>
    <dgm:pt modelId="{188FFE97-4FA1-4096-BCA2-E048D36ED4A6}" type="pres">
      <dgm:prSet presAssocID="{506174E9-2552-4929-95BE-91766487F67C}" presName="vert1" presStyleCnt="0"/>
      <dgm:spPr/>
    </dgm:pt>
  </dgm:ptLst>
  <dgm:cxnLst>
    <dgm:cxn modelId="{BF408118-1E95-4DBC-9DA1-069ADD3EAE74}" type="presOf" srcId="{FA0E24FA-4CD2-4633-B701-9C03878D48ED}" destId="{DFC58B3F-A31A-498C-A111-DBAED261DC9E}" srcOrd="0" destOrd="0" presId="urn:microsoft.com/office/officeart/2008/layout/LinedList"/>
    <dgm:cxn modelId="{A0313B1A-EE1D-42FF-B59B-5D120A12098B}" srcId="{FA0E24FA-4CD2-4633-B701-9C03878D48ED}" destId="{491E6432-BE5D-494E-9948-D8B589FD9575}" srcOrd="2" destOrd="0" parTransId="{007DF45B-909A-4EAA-B970-1DDD1ABE198E}" sibTransId="{824746DC-5408-4B8D-889E-45E221EFBD96}"/>
    <dgm:cxn modelId="{70681535-6906-41B1-821F-EDA577BCDF7C}" srcId="{FA0E24FA-4CD2-4633-B701-9C03878D48ED}" destId="{2C60082C-4866-40AD-8653-EA67C7D61ACF}" srcOrd="1" destOrd="0" parTransId="{B12BEEFC-F607-4247-826A-75D042B9D056}" sibTransId="{857BCA06-397E-43AF-A06F-06845D1B765F}"/>
    <dgm:cxn modelId="{B938083A-EE03-4F3B-9D48-F589A8247053}" srcId="{FA0E24FA-4CD2-4633-B701-9C03878D48ED}" destId="{B90B24B7-2D8F-4ADE-AA4D-E1D6A8E57BC1}" srcOrd="3" destOrd="0" parTransId="{72E05D18-C333-4BF3-8F57-DB44E2F9CB99}" sibTransId="{8403ABBF-8B81-4DD9-9E82-6218E2BA86A3}"/>
    <dgm:cxn modelId="{A6137157-5A31-4C1A-8F10-AE6F88A6EEBB}" type="presOf" srcId="{506174E9-2552-4929-95BE-91766487F67C}" destId="{52186EEC-A5A7-4F56-924F-96CF769A84A8}" srcOrd="0" destOrd="0" presId="urn:microsoft.com/office/officeart/2008/layout/LinedList"/>
    <dgm:cxn modelId="{FAA1B388-2D39-4020-8A89-2F77E98C9FFF}" srcId="{FA0E24FA-4CD2-4633-B701-9C03878D48ED}" destId="{1D6821D8-CCC1-41EE-A99A-5A5AA9E31922}" srcOrd="0" destOrd="0" parTransId="{A71C7FF1-3599-4FB1-9861-F7A760CA7959}" sibTransId="{3F0A74F4-070E-48A7-AF8E-101344D7F4BA}"/>
    <dgm:cxn modelId="{99BC19A0-07AC-4CC4-A47F-AE432D63BC6D}" type="presOf" srcId="{491E6432-BE5D-494E-9948-D8B589FD9575}" destId="{7B0BA971-C40A-4943-A50E-937843D49A98}" srcOrd="0" destOrd="0" presId="urn:microsoft.com/office/officeart/2008/layout/LinedList"/>
    <dgm:cxn modelId="{EE2452C3-8735-42E1-9CAE-FB237E4AB745}" type="presOf" srcId="{2C60082C-4866-40AD-8653-EA67C7D61ACF}" destId="{895C1C99-7F70-4AF4-A446-2BD7663BB307}" srcOrd="0" destOrd="0" presId="urn:microsoft.com/office/officeart/2008/layout/LinedList"/>
    <dgm:cxn modelId="{33A209EC-D60F-44C6-95BE-A43792A2EB68}" type="presOf" srcId="{B90B24B7-2D8F-4ADE-AA4D-E1D6A8E57BC1}" destId="{802FC0FE-3820-4B53-AFB5-D5F9387DAD01}" srcOrd="0" destOrd="0" presId="urn:microsoft.com/office/officeart/2008/layout/LinedList"/>
    <dgm:cxn modelId="{C96E5FF4-1012-4E45-92E1-CDD5FAD1DC1E}" type="presOf" srcId="{1D6821D8-CCC1-41EE-A99A-5A5AA9E31922}" destId="{23BA4990-80E4-40F0-9526-7C83C870104A}" srcOrd="0" destOrd="0" presId="urn:microsoft.com/office/officeart/2008/layout/LinedList"/>
    <dgm:cxn modelId="{FD91B9F5-FDAD-4F58-99CE-DF51B2DDCD46}" srcId="{FA0E24FA-4CD2-4633-B701-9C03878D48ED}" destId="{506174E9-2552-4929-95BE-91766487F67C}" srcOrd="4" destOrd="0" parTransId="{564E8970-4529-4BFE-9A7F-8AD3F4223803}" sibTransId="{B9197A81-FFF9-46B3-AE74-0DC50DF0C39D}"/>
    <dgm:cxn modelId="{7D33A83B-8B45-4FA6-9975-1F47E91B78CC}" type="presParOf" srcId="{DFC58B3F-A31A-498C-A111-DBAED261DC9E}" destId="{65B98B0A-7C5E-4784-BEEB-040A756BFB4C}" srcOrd="0" destOrd="0" presId="urn:microsoft.com/office/officeart/2008/layout/LinedList"/>
    <dgm:cxn modelId="{083BAFED-E2D6-4B5D-9B65-27BC3B5B00FD}" type="presParOf" srcId="{DFC58B3F-A31A-498C-A111-DBAED261DC9E}" destId="{161076E9-2CFB-4AD4-9069-24C082A9DB42}" srcOrd="1" destOrd="0" presId="urn:microsoft.com/office/officeart/2008/layout/LinedList"/>
    <dgm:cxn modelId="{ECD0856A-DA69-4A6A-8C38-A50073C3ECEC}" type="presParOf" srcId="{161076E9-2CFB-4AD4-9069-24C082A9DB42}" destId="{23BA4990-80E4-40F0-9526-7C83C870104A}" srcOrd="0" destOrd="0" presId="urn:microsoft.com/office/officeart/2008/layout/LinedList"/>
    <dgm:cxn modelId="{A32115C4-E5AB-4474-BC2D-157977D85E42}" type="presParOf" srcId="{161076E9-2CFB-4AD4-9069-24C082A9DB42}" destId="{04D9579B-511E-4EFE-B8AB-724E33CD00D5}" srcOrd="1" destOrd="0" presId="urn:microsoft.com/office/officeart/2008/layout/LinedList"/>
    <dgm:cxn modelId="{8D1195C8-2FB4-45B7-8252-21D68D22FA7F}" type="presParOf" srcId="{DFC58B3F-A31A-498C-A111-DBAED261DC9E}" destId="{F2CD0037-E217-4E10-B38F-FAEC5C22BD10}" srcOrd="2" destOrd="0" presId="urn:microsoft.com/office/officeart/2008/layout/LinedList"/>
    <dgm:cxn modelId="{00F52D40-1C3B-4FBD-82C7-9266F49E83EE}" type="presParOf" srcId="{DFC58B3F-A31A-498C-A111-DBAED261DC9E}" destId="{954F75EF-D587-47A3-BB77-50418B6DFBEB}" srcOrd="3" destOrd="0" presId="urn:microsoft.com/office/officeart/2008/layout/LinedList"/>
    <dgm:cxn modelId="{460363CA-9050-4D2D-84B6-5FAA982092DB}" type="presParOf" srcId="{954F75EF-D587-47A3-BB77-50418B6DFBEB}" destId="{895C1C99-7F70-4AF4-A446-2BD7663BB307}" srcOrd="0" destOrd="0" presId="urn:microsoft.com/office/officeart/2008/layout/LinedList"/>
    <dgm:cxn modelId="{A740C9D8-E43F-46C8-928B-F09AE0B9B940}" type="presParOf" srcId="{954F75EF-D587-47A3-BB77-50418B6DFBEB}" destId="{7045C29C-F7C0-4E50-BD9D-2B47F409D515}" srcOrd="1" destOrd="0" presId="urn:microsoft.com/office/officeart/2008/layout/LinedList"/>
    <dgm:cxn modelId="{231C998F-BE5B-4565-B4FC-CBCC87F911A8}" type="presParOf" srcId="{DFC58B3F-A31A-498C-A111-DBAED261DC9E}" destId="{C9B927B9-50E0-4EE3-8B40-F903A729004C}" srcOrd="4" destOrd="0" presId="urn:microsoft.com/office/officeart/2008/layout/LinedList"/>
    <dgm:cxn modelId="{F1B5AFE5-0FDE-4169-9F51-E6F86C05A370}" type="presParOf" srcId="{DFC58B3F-A31A-498C-A111-DBAED261DC9E}" destId="{83C7F957-B5BD-4A28-8CAD-5938C920AA75}" srcOrd="5" destOrd="0" presId="urn:microsoft.com/office/officeart/2008/layout/LinedList"/>
    <dgm:cxn modelId="{FF515F32-3304-4517-89DB-1D1E8853BF54}" type="presParOf" srcId="{83C7F957-B5BD-4A28-8CAD-5938C920AA75}" destId="{7B0BA971-C40A-4943-A50E-937843D49A98}" srcOrd="0" destOrd="0" presId="urn:microsoft.com/office/officeart/2008/layout/LinedList"/>
    <dgm:cxn modelId="{52101C81-23B0-4AE6-8D37-115597850298}" type="presParOf" srcId="{83C7F957-B5BD-4A28-8CAD-5938C920AA75}" destId="{DF637D02-E3C0-44D5-B8BB-03BFF92C9B23}" srcOrd="1" destOrd="0" presId="urn:microsoft.com/office/officeart/2008/layout/LinedList"/>
    <dgm:cxn modelId="{ABC5EED4-1E5F-4A3C-9E74-5C3C2BFCA0BF}" type="presParOf" srcId="{DFC58B3F-A31A-498C-A111-DBAED261DC9E}" destId="{F2401FC9-DD94-46FD-BC82-158079EBB0B4}" srcOrd="6" destOrd="0" presId="urn:microsoft.com/office/officeart/2008/layout/LinedList"/>
    <dgm:cxn modelId="{4E738490-3FA4-4745-8D66-774473B8AE5B}" type="presParOf" srcId="{DFC58B3F-A31A-498C-A111-DBAED261DC9E}" destId="{0B8A13D0-A0B8-41F0-89E2-F2441E3F97E1}" srcOrd="7" destOrd="0" presId="urn:microsoft.com/office/officeart/2008/layout/LinedList"/>
    <dgm:cxn modelId="{E2D328E5-D19B-473C-95E7-B9F046860AF9}" type="presParOf" srcId="{0B8A13D0-A0B8-41F0-89E2-F2441E3F97E1}" destId="{802FC0FE-3820-4B53-AFB5-D5F9387DAD01}" srcOrd="0" destOrd="0" presId="urn:microsoft.com/office/officeart/2008/layout/LinedList"/>
    <dgm:cxn modelId="{D88B19E8-9A1C-4B91-B70D-F9BA29AFB483}" type="presParOf" srcId="{0B8A13D0-A0B8-41F0-89E2-F2441E3F97E1}" destId="{76C9B3F2-DC5D-47FB-B256-D7C0429048B8}" srcOrd="1" destOrd="0" presId="urn:microsoft.com/office/officeart/2008/layout/LinedList"/>
    <dgm:cxn modelId="{2FDF7059-2790-41AC-A13D-4889A820E8D7}" type="presParOf" srcId="{DFC58B3F-A31A-498C-A111-DBAED261DC9E}" destId="{E165C32E-F620-44E4-A508-F09F7D186778}" srcOrd="8" destOrd="0" presId="urn:microsoft.com/office/officeart/2008/layout/LinedList"/>
    <dgm:cxn modelId="{15A4BE5D-83AA-4003-8F82-AE0A5CF38581}" type="presParOf" srcId="{DFC58B3F-A31A-498C-A111-DBAED261DC9E}" destId="{EE9B14F7-4A0F-49BC-A87D-951C631C0C34}" srcOrd="9" destOrd="0" presId="urn:microsoft.com/office/officeart/2008/layout/LinedList"/>
    <dgm:cxn modelId="{3284E8B2-B223-4BC6-9461-DB62085140D7}" type="presParOf" srcId="{EE9B14F7-4A0F-49BC-A87D-951C631C0C34}" destId="{52186EEC-A5A7-4F56-924F-96CF769A84A8}" srcOrd="0" destOrd="0" presId="urn:microsoft.com/office/officeart/2008/layout/LinedList"/>
    <dgm:cxn modelId="{B5B1DAF1-F29D-4727-BD39-B39459FDD26E}" type="presParOf" srcId="{EE9B14F7-4A0F-49BC-A87D-951C631C0C34}" destId="{188FFE97-4FA1-4096-BCA2-E048D36ED4A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220CFC7-F023-4941-8B0D-3ED20DDB563E}" type="doc">
      <dgm:prSet loTypeId="urn:microsoft.com/office/officeart/2008/layout/LinedLis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23D03E0-DB5A-4A2E-9C4A-D2BAE7744137}">
      <dgm:prSet/>
      <dgm:spPr/>
      <dgm:t>
        <a:bodyPr/>
        <a:lstStyle/>
        <a:p>
          <a:r>
            <a:rPr lang="en-IN" dirty="0"/>
            <a:t>🏥</a:t>
          </a:r>
          <a:r>
            <a:rPr lang="en-IN" b="1" dirty="0"/>
            <a:t>Hospitals</a:t>
          </a:r>
          <a:endParaRPr lang="en-IN" dirty="0"/>
        </a:p>
      </dgm:t>
    </dgm:pt>
    <dgm:pt modelId="{C41AC913-7DBB-40F9-8108-81C7CAA988D0}" type="parTrans" cxnId="{13106AF0-33D1-4488-A372-ED4486EACE43}">
      <dgm:prSet/>
      <dgm:spPr/>
      <dgm:t>
        <a:bodyPr/>
        <a:lstStyle/>
        <a:p>
          <a:endParaRPr lang="en-IN"/>
        </a:p>
      </dgm:t>
    </dgm:pt>
    <dgm:pt modelId="{EC0A95D1-F882-4A11-B128-426682F643A7}" type="sibTrans" cxnId="{13106AF0-33D1-4488-A372-ED4486EACE43}">
      <dgm:prSet/>
      <dgm:spPr/>
      <dgm:t>
        <a:bodyPr/>
        <a:lstStyle/>
        <a:p>
          <a:endParaRPr lang="en-IN"/>
        </a:p>
      </dgm:t>
    </dgm:pt>
    <dgm:pt modelId="{C0815E1F-8B63-4D74-84C8-EE765E0EB0F3}">
      <dgm:prSet/>
      <dgm:spPr/>
      <dgm:t>
        <a:bodyPr/>
        <a:lstStyle/>
        <a:p>
          <a:r>
            <a:rPr lang="en-IN"/>
            <a:t>Patient records </a:t>
          </a:r>
        </a:p>
      </dgm:t>
    </dgm:pt>
    <dgm:pt modelId="{856265D4-F871-4A37-A581-6D441FA53D98}" type="parTrans" cxnId="{99CA2F0B-1665-42A3-BFFA-9F6385724847}">
      <dgm:prSet/>
      <dgm:spPr/>
      <dgm:t>
        <a:bodyPr/>
        <a:lstStyle/>
        <a:p>
          <a:endParaRPr lang="en-IN"/>
        </a:p>
      </dgm:t>
    </dgm:pt>
    <dgm:pt modelId="{2CAEB186-1F0D-412F-B046-CEB5291138AD}" type="sibTrans" cxnId="{99CA2F0B-1665-42A3-BFFA-9F6385724847}">
      <dgm:prSet/>
      <dgm:spPr/>
      <dgm:t>
        <a:bodyPr/>
        <a:lstStyle/>
        <a:p>
          <a:endParaRPr lang="en-IN"/>
        </a:p>
      </dgm:t>
    </dgm:pt>
    <dgm:pt modelId="{1D28AE56-0893-4093-8B67-B0C914F94E71}">
      <dgm:prSet/>
      <dgm:spPr/>
      <dgm:t>
        <a:bodyPr/>
        <a:lstStyle/>
        <a:p>
          <a:r>
            <a:rPr lang="en-IN"/>
            <a:t>Doctor information </a:t>
          </a:r>
        </a:p>
      </dgm:t>
    </dgm:pt>
    <dgm:pt modelId="{EB1F9C52-205D-4F32-821D-FE540E1B926B}" type="parTrans" cxnId="{A872BE7B-7C2D-4090-9ACA-79E58EF56CF0}">
      <dgm:prSet/>
      <dgm:spPr/>
      <dgm:t>
        <a:bodyPr/>
        <a:lstStyle/>
        <a:p>
          <a:endParaRPr lang="en-IN"/>
        </a:p>
      </dgm:t>
    </dgm:pt>
    <dgm:pt modelId="{883DD092-6DBD-49F2-B93A-9D82A115CED2}" type="sibTrans" cxnId="{A872BE7B-7C2D-4090-9ACA-79E58EF56CF0}">
      <dgm:prSet/>
      <dgm:spPr/>
      <dgm:t>
        <a:bodyPr/>
        <a:lstStyle/>
        <a:p>
          <a:endParaRPr lang="en-IN"/>
        </a:p>
      </dgm:t>
    </dgm:pt>
    <dgm:pt modelId="{2C50F463-1950-4AAB-B237-B8507635726E}">
      <dgm:prSet/>
      <dgm:spPr/>
      <dgm:t>
        <a:bodyPr/>
        <a:lstStyle/>
        <a:p>
          <a:r>
            <a:rPr lang="en-IN"/>
            <a:t>Appointment scheduling </a:t>
          </a:r>
        </a:p>
      </dgm:t>
    </dgm:pt>
    <dgm:pt modelId="{256C5466-5D59-4B46-8129-0D876857000F}" type="parTrans" cxnId="{52E88811-B784-479B-B1A2-FA320CAE8457}">
      <dgm:prSet/>
      <dgm:spPr/>
      <dgm:t>
        <a:bodyPr/>
        <a:lstStyle/>
        <a:p>
          <a:endParaRPr lang="en-IN"/>
        </a:p>
      </dgm:t>
    </dgm:pt>
    <dgm:pt modelId="{8C40987F-A1DC-4776-9A35-0C9FAE8CC004}" type="sibTrans" cxnId="{52E88811-B784-479B-B1A2-FA320CAE8457}">
      <dgm:prSet/>
      <dgm:spPr/>
      <dgm:t>
        <a:bodyPr/>
        <a:lstStyle/>
        <a:p>
          <a:endParaRPr lang="en-IN"/>
        </a:p>
      </dgm:t>
    </dgm:pt>
    <dgm:pt modelId="{85BABDDF-1DAB-45DB-B99F-AA395BD7E9F9}">
      <dgm:prSet/>
      <dgm:spPr/>
      <dgm:t>
        <a:bodyPr/>
        <a:lstStyle/>
        <a:p>
          <a:r>
            <a:rPr lang="en-IN"/>
            <a:t>Medical history</a:t>
          </a:r>
        </a:p>
      </dgm:t>
    </dgm:pt>
    <dgm:pt modelId="{8406D257-5E26-46A3-B88F-46E5528EE5F6}" type="parTrans" cxnId="{8A9903C4-7D81-4BC7-8D74-31278A50A792}">
      <dgm:prSet/>
      <dgm:spPr/>
      <dgm:t>
        <a:bodyPr/>
        <a:lstStyle/>
        <a:p>
          <a:endParaRPr lang="en-IN"/>
        </a:p>
      </dgm:t>
    </dgm:pt>
    <dgm:pt modelId="{8E0C6416-FBFF-495F-9146-E7D3C5745352}" type="sibTrans" cxnId="{8A9903C4-7D81-4BC7-8D74-31278A50A792}">
      <dgm:prSet/>
      <dgm:spPr/>
      <dgm:t>
        <a:bodyPr/>
        <a:lstStyle/>
        <a:p>
          <a:endParaRPr lang="en-IN"/>
        </a:p>
      </dgm:t>
    </dgm:pt>
    <dgm:pt modelId="{D9737AF7-FDB5-4978-96C7-D15F3523808C}" type="pres">
      <dgm:prSet presAssocID="{A220CFC7-F023-4941-8B0D-3ED20DDB563E}" presName="vert0" presStyleCnt="0">
        <dgm:presLayoutVars>
          <dgm:dir/>
          <dgm:animOne val="branch"/>
          <dgm:animLvl val="lvl"/>
        </dgm:presLayoutVars>
      </dgm:prSet>
      <dgm:spPr/>
    </dgm:pt>
    <dgm:pt modelId="{D4581DFF-2751-4907-9DAA-BE839D45D480}" type="pres">
      <dgm:prSet presAssocID="{C23D03E0-DB5A-4A2E-9C4A-D2BAE7744137}" presName="thickLine" presStyleLbl="alignNode1" presStyleIdx="0" presStyleCnt="5"/>
      <dgm:spPr/>
    </dgm:pt>
    <dgm:pt modelId="{A5371A6B-EC0A-4269-850F-1F8401C17CF8}" type="pres">
      <dgm:prSet presAssocID="{C23D03E0-DB5A-4A2E-9C4A-D2BAE7744137}" presName="horz1" presStyleCnt="0"/>
      <dgm:spPr/>
    </dgm:pt>
    <dgm:pt modelId="{FF789DA5-FB8D-4494-9CBF-E5372053BE0B}" type="pres">
      <dgm:prSet presAssocID="{C23D03E0-DB5A-4A2E-9C4A-D2BAE7744137}" presName="tx1" presStyleLbl="revTx" presStyleIdx="0" presStyleCnt="5"/>
      <dgm:spPr/>
    </dgm:pt>
    <dgm:pt modelId="{3D52D93B-7FE9-44AD-AB02-2C046CDCDA18}" type="pres">
      <dgm:prSet presAssocID="{C23D03E0-DB5A-4A2E-9C4A-D2BAE7744137}" presName="vert1" presStyleCnt="0"/>
      <dgm:spPr/>
    </dgm:pt>
    <dgm:pt modelId="{B2FD7501-A44B-44C3-B6F6-19C05568D3FE}" type="pres">
      <dgm:prSet presAssocID="{C0815E1F-8B63-4D74-84C8-EE765E0EB0F3}" presName="thickLine" presStyleLbl="alignNode1" presStyleIdx="1" presStyleCnt="5"/>
      <dgm:spPr/>
    </dgm:pt>
    <dgm:pt modelId="{B73E2532-796F-44E8-89C0-C5011024CBB3}" type="pres">
      <dgm:prSet presAssocID="{C0815E1F-8B63-4D74-84C8-EE765E0EB0F3}" presName="horz1" presStyleCnt="0"/>
      <dgm:spPr/>
    </dgm:pt>
    <dgm:pt modelId="{1519A9A2-8194-48E3-B0CE-2C10E2102C3D}" type="pres">
      <dgm:prSet presAssocID="{C0815E1F-8B63-4D74-84C8-EE765E0EB0F3}" presName="tx1" presStyleLbl="revTx" presStyleIdx="1" presStyleCnt="5"/>
      <dgm:spPr/>
    </dgm:pt>
    <dgm:pt modelId="{8DF769E7-153F-44AF-9089-90E548E63F88}" type="pres">
      <dgm:prSet presAssocID="{C0815E1F-8B63-4D74-84C8-EE765E0EB0F3}" presName="vert1" presStyleCnt="0"/>
      <dgm:spPr/>
    </dgm:pt>
    <dgm:pt modelId="{202E2EC7-7BFD-49E8-8BCF-3D37D508B3BC}" type="pres">
      <dgm:prSet presAssocID="{1D28AE56-0893-4093-8B67-B0C914F94E71}" presName="thickLine" presStyleLbl="alignNode1" presStyleIdx="2" presStyleCnt="5"/>
      <dgm:spPr/>
    </dgm:pt>
    <dgm:pt modelId="{55ACE58B-4E45-44CE-97E8-36501C6FC6FC}" type="pres">
      <dgm:prSet presAssocID="{1D28AE56-0893-4093-8B67-B0C914F94E71}" presName="horz1" presStyleCnt="0"/>
      <dgm:spPr/>
    </dgm:pt>
    <dgm:pt modelId="{952C73AA-396E-4AEF-9325-3CE6358E2146}" type="pres">
      <dgm:prSet presAssocID="{1D28AE56-0893-4093-8B67-B0C914F94E71}" presName="tx1" presStyleLbl="revTx" presStyleIdx="2" presStyleCnt="5"/>
      <dgm:spPr/>
    </dgm:pt>
    <dgm:pt modelId="{85470B92-07F4-4463-B3B5-FF0CF30871CC}" type="pres">
      <dgm:prSet presAssocID="{1D28AE56-0893-4093-8B67-B0C914F94E71}" presName="vert1" presStyleCnt="0"/>
      <dgm:spPr/>
    </dgm:pt>
    <dgm:pt modelId="{A132B6A7-9A8A-496C-A25E-9F2E9A66444D}" type="pres">
      <dgm:prSet presAssocID="{2C50F463-1950-4AAB-B237-B8507635726E}" presName="thickLine" presStyleLbl="alignNode1" presStyleIdx="3" presStyleCnt="5"/>
      <dgm:spPr/>
    </dgm:pt>
    <dgm:pt modelId="{E5F35398-411F-4552-BA53-54BB3C66D5F4}" type="pres">
      <dgm:prSet presAssocID="{2C50F463-1950-4AAB-B237-B8507635726E}" presName="horz1" presStyleCnt="0"/>
      <dgm:spPr/>
    </dgm:pt>
    <dgm:pt modelId="{36D189BF-3890-442B-BBCD-763664E880B3}" type="pres">
      <dgm:prSet presAssocID="{2C50F463-1950-4AAB-B237-B8507635726E}" presName="tx1" presStyleLbl="revTx" presStyleIdx="3" presStyleCnt="5"/>
      <dgm:spPr/>
    </dgm:pt>
    <dgm:pt modelId="{529CEDCD-03F5-4D4A-BCC9-D6914326C267}" type="pres">
      <dgm:prSet presAssocID="{2C50F463-1950-4AAB-B237-B8507635726E}" presName="vert1" presStyleCnt="0"/>
      <dgm:spPr/>
    </dgm:pt>
    <dgm:pt modelId="{ABBE2105-FF80-4356-A621-93AD5F4BCD92}" type="pres">
      <dgm:prSet presAssocID="{85BABDDF-1DAB-45DB-B99F-AA395BD7E9F9}" presName="thickLine" presStyleLbl="alignNode1" presStyleIdx="4" presStyleCnt="5"/>
      <dgm:spPr/>
    </dgm:pt>
    <dgm:pt modelId="{76A0CE61-56D6-406B-AE41-26A58A67CD9A}" type="pres">
      <dgm:prSet presAssocID="{85BABDDF-1DAB-45DB-B99F-AA395BD7E9F9}" presName="horz1" presStyleCnt="0"/>
      <dgm:spPr/>
    </dgm:pt>
    <dgm:pt modelId="{5C8DA62D-5B7C-4A35-BCE9-8CE7351AC567}" type="pres">
      <dgm:prSet presAssocID="{85BABDDF-1DAB-45DB-B99F-AA395BD7E9F9}" presName="tx1" presStyleLbl="revTx" presStyleIdx="4" presStyleCnt="5"/>
      <dgm:spPr/>
    </dgm:pt>
    <dgm:pt modelId="{144689ED-BC88-4FB1-B1BA-945E341AFBD5}" type="pres">
      <dgm:prSet presAssocID="{85BABDDF-1DAB-45DB-B99F-AA395BD7E9F9}" presName="vert1" presStyleCnt="0"/>
      <dgm:spPr/>
    </dgm:pt>
  </dgm:ptLst>
  <dgm:cxnLst>
    <dgm:cxn modelId="{99CA2F0B-1665-42A3-BFFA-9F6385724847}" srcId="{A220CFC7-F023-4941-8B0D-3ED20DDB563E}" destId="{C0815E1F-8B63-4D74-84C8-EE765E0EB0F3}" srcOrd="1" destOrd="0" parTransId="{856265D4-F871-4A37-A581-6D441FA53D98}" sibTransId="{2CAEB186-1F0D-412F-B046-CEB5291138AD}"/>
    <dgm:cxn modelId="{F6F15F0E-AC07-4F08-BD14-41FBB24B1206}" type="presOf" srcId="{2C50F463-1950-4AAB-B237-B8507635726E}" destId="{36D189BF-3890-442B-BBCD-763664E880B3}" srcOrd="0" destOrd="0" presId="urn:microsoft.com/office/officeart/2008/layout/LinedList"/>
    <dgm:cxn modelId="{52E88811-B784-479B-B1A2-FA320CAE8457}" srcId="{A220CFC7-F023-4941-8B0D-3ED20DDB563E}" destId="{2C50F463-1950-4AAB-B237-B8507635726E}" srcOrd="3" destOrd="0" parTransId="{256C5466-5D59-4B46-8129-0D876857000F}" sibTransId="{8C40987F-A1DC-4776-9A35-0C9FAE8CC004}"/>
    <dgm:cxn modelId="{EEE30523-9C07-46BF-A0CC-8DB3FA3BEBD8}" type="presOf" srcId="{A220CFC7-F023-4941-8B0D-3ED20DDB563E}" destId="{D9737AF7-FDB5-4978-96C7-D15F3523808C}" srcOrd="0" destOrd="0" presId="urn:microsoft.com/office/officeart/2008/layout/LinedList"/>
    <dgm:cxn modelId="{42B6C523-9738-4F01-9E63-8C20B8CEC2E5}" type="presOf" srcId="{C23D03E0-DB5A-4A2E-9C4A-D2BAE7744137}" destId="{FF789DA5-FB8D-4494-9CBF-E5372053BE0B}" srcOrd="0" destOrd="0" presId="urn:microsoft.com/office/officeart/2008/layout/LinedList"/>
    <dgm:cxn modelId="{D4383B5C-64DB-4E94-80E8-0943CA7F0A12}" type="presOf" srcId="{85BABDDF-1DAB-45DB-B99F-AA395BD7E9F9}" destId="{5C8DA62D-5B7C-4A35-BCE9-8CE7351AC567}" srcOrd="0" destOrd="0" presId="urn:microsoft.com/office/officeart/2008/layout/LinedList"/>
    <dgm:cxn modelId="{A872BE7B-7C2D-4090-9ACA-79E58EF56CF0}" srcId="{A220CFC7-F023-4941-8B0D-3ED20DDB563E}" destId="{1D28AE56-0893-4093-8B67-B0C914F94E71}" srcOrd="2" destOrd="0" parTransId="{EB1F9C52-205D-4F32-821D-FE540E1B926B}" sibTransId="{883DD092-6DBD-49F2-B93A-9D82A115CED2}"/>
    <dgm:cxn modelId="{8A9903C4-7D81-4BC7-8D74-31278A50A792}" srcId="{A220CFC7-F023-4941-8B0D-3ED20DDB563E}" destId="{85BABDDF-1DAB-45DB-B99F-AA395BD7E9F9}" srcOrd="4" destOrd="0" parTransId="{8406D257-5E26-46A3-B88F-46E5528EE5F6}" sibTransId="{8E0C6416-FBFF-495F-9146-E7D3C5745352}"/>
    <dgm:cxn modelId="{13106AF0-33D1-4488-A372-ED4486EACE43}" srcId="{A220CFC7-F023-4941-8B0D-3ED20DDB563E}" destId="{C23D03E0-DB5A-4A2E-9C4A-D2BAE7744137}" srcOrd="0" destOrd="0" parTransId="{C41AC913-7DBB-40F9-8108-81C7CAA988D0}" sibTransId="{EC0A95D1-F882-4A11-B128-426682F643A7}"/>
    <dgm:cxn modelId="{F381FDF7-EE35-4BFE-85FA-3F40854A86AE}" type="presOf" srcId="{1D28AE56-0893-4093-8B67-B0C914F94E71}" destId="{952C73AA-396E-4AEF-9325-3CE6358E2146}" srcOrd="0" destOrd="0" presId="urn:microsoft.com/office/officeart/2008/layout/LinedList"/>
    <dgm:cxn modelId="{4C2E9EFD-AFAD-4C0B-B744-55A2F7A948A5}" type="presOf" srcId="{C0815E1F-8B63-4D74-84C8-EE765E0EB0F3}" destId="{1519A9A2-8194-48E3-B0CE-2C10E2102C3D}" srcOrd="0" destOrd="0" presId="urn:microsoft.com/office/officeart/2008/layout/LinedList"/>
    <dgm:cxn modelId="{732B4C6F-D4BE-4807-9E27-67F4F7294812}" type="presParOf" srcId="{D9737AF7-FDB5-4978-96C7-D15F3523808C}" destId="{D4581DFF-2751-4907-9DAA-BE839D45D480}" srcOrd="0" destOrd="0" presId="urn:microsoft.com/office/officeart/2008/layout/LinedList"/>
    <dgm:cxn modelId="{D2D845C4-048D-4B05-9686-28E2F577E443}" type="presParOf" srcId="{D9737AF7-FDB5-4978-96C7-D15F3523808C}" destId="{A5371A6B-EC0A-4269-850F-1F8401C17CF8}" srcOrd="1" destOrd="0" presId="urn:microsoft.com/office/officeart/2008/layout/LinedList"/>
    <dgm:cxn modelId="{61B1E3B9-F3B1-467F-872C-FFB0523B1F2B}" type="presParOf" srcId="{A5371A6B-EC0A-4269-850F-1F8401C17CF8}" destId="{FF789DA5-FB8D-4494-9CBF-E5372053BE0B}" srcOrd="0" destOrd="0" presId="urn:microsoft.com/office/officeart/2008/layout/LinedList"/>
    <dgm:cxn modelId="{00B17E0E-6650-45AB-9AFE-B5C977414F0B}" type="presParOf" srcId="{A5371A6B-EC0A-4269-850F-1F8401C17CF8}" destId="{3D52D93B-7FE9-44AD-AB02-2C046CDCDA18}" srcOrd="1" destOrd="0" presId="urn:microsoft.com/office/officeart/2008/layout/LinedList"/>
    <dgm:cxn modelId="{2395C7F5-0842-45A2-BA24-F8859F032465}" type="presParOf" srcId="{D9737AF7-FDB5-4978-96C7-D15F3523808C}" destId="{B2FD7501-A44B-44C3-B6F6-19C05568D3FE}" srcOrd="2" destOrd="0" presId="urn:microsoft.com/office/officeart/2008/layout/LinedList"/>
    <dgm:cxn modelId="{259CE8D1-FC6E-45D5-86EE-C7B7FF7CDCAB}" type="presParOf" srcId="{D9737AF7-FDB5-4978-96C7-D15F3523808C}" destId="{B73E2532-796F-44E8-89C0-C5011024CBB3}" srcOrd="3" destOrd="0" presId="urn:microsoft.com/office/officeart/2008/layout/LinedList"/>
    <dgm:cxn modelId="{B6B4F903-58F4-4AE7-889D-4BDD7ED9A256}" type="presParOf" srcId="{B73E2532-796F-44E8-89C0-C5011024CBB3}" destId="{1519A9A2-8194-48E3-B0CE-2C10E2102C3D}" srcOrd="0" destOrd="0" presId="urn:microsoft.com/office/officeart/2008/layout/LinedList"/>
    <dgm:cxn modelId="{E87555FE-9938-4F3D-B362-DDA10EFB7318}" type="presParOf" srcId="{B73E2532-796F-44E8-89C0-C5011024CBB3}" destId="{8DF769E7-153F-44AF-9089-90E548E63F88}" srcOrd="1" destOrd="0" presId="urn:microsoft.com/office/officeart/2008/layout/LinedList"/>
    <dgm:cxn modelId="{9313EA46-53B0-47C9-9B68-2A4BEE78E431}" type="presParOf" srcId="{D9737AF7-FDB5-4978-96C7-D15F3523808C}" destId="{202E2EC7-7BFD-49E8-8BCF-3D37D508B3BC}" srcOrd="4" destOrd="0" presId="urn:microsoft.com/office/officeart/2008/layout/LinedList"/>
    <dgm:cxn modelId="{D03ABC46-ED97-41B6-93D0-2C799A775319}" type="presParOf" srcId="{D9737AF7-FDB5-4978-96C7-D15F3523808C}" destId="{55ACE58B-4E45-44CE-97E8-36501C6FC6FC}" srcOrd="5" destOrd="0" presId="urn:microsoft.com/office/officeart/2008/layout/LinedList"/>
    <dgm:cxn modelId="{64A317AC-0117-40E1-BD77-EEA13C7E7CAF}" type="presParOf" srcId="{55ACE58B-4E45-44CE-97E8-36501C6FC6FC}" destId="{952C73AA-396E-4AEF-9325-3CE6358E2146}" srcOrd="0" destOrd="0" presId="urn:microsoft.com/office/officeart/2008/layout/LinedList"/>
    <dgm:cxn modelId="{EEEBB2A0-2E16-4BC9-865F-8FEFDE5C05EB}" type="presParOf" srcId="{55ACE58B-4E45-44CE-97E8-36501C6FC6FC}" destId="{85470B92-07F4-4463-B3B5-FF0CF30871CC}" srcOrd="1" destOrd="0" presId="urn:microsoft.com/office/officeart/2008/layout/LinedList"/>
    <dgm:cxn modelId="{4824CF53-27DA-4BBA-A2B5-BD8297BE7ED1}" type="presParOf" srcId="{D9737AF7-FDB5-4978-96C7-D15F3523808C}" destId="{A132B6A7-9A8A-496C-A25E-9F2E9A66444D}" srcOrd="6" destOrd="0" presId="urn:microsoft.com/office/officeart/2008/layout/LinedList"/>
    <dgm:cxn modelId="{89A65607-9FDE-4DE1-8240-52AF14325D2B}" type="presParOf" srcId="{D9737AF7-FDB5-4978-96C7-D15F3523808C}" destId="{E5F35398-411F-4552-BA53-54BB3C66D5F4}" srcOrd="7" destOrd="0" presId="urn:microsoft.com/office/officeart/2008/layout/LinedList"/>
    <dgm:cxn modelId="{42463F3E-4EA3-476E-8108-CCE367A14584}" type="presParOf" srcId="{E5F35398-411F-4552-BA53-54BB3C66D5F4}" destId="{36D189BF-3890-442B-BBCD-763664E880B3}" srcOrd="0" destOrd="0" presId="urn:microsoft.com/office/officeart/2008/layout/LinedList"/>
    <dgm:cxn modelId="{F5B2F287-D665-4523-BA61-F0E4AC97A507}" type="presParOf" srcId="{E5F35398-411F-4552-BA53-54BB3C66D5F4}" destId="{529CEDCD-03F5-4D4A-BCC9-D6914326C267}" srcOrd="1" destOrd="0" presId="urn:microsoft.com/office/officeart/2008/layout/LinedList"/>
    <dgm:cxn modelId="{E32566DB-404A-4E3B-AE98-14CC9B72DC28}" type="presParOf" srcId="{D9737AF7-FDB5-4978-96C7-D15F3523808C}" destId="{ABBE2105-FF80-4356-A621-93AD5F4BCD92}" srcOrd="8" destOrd="0" presId="urn:microsoft.com/office/officeart/2008/layout/LinedList"/>
    <dgm:cxn modelId="{21FD2FF9-0D09-4E43-B0D5-10B501FADF06}" type="presParOf" srcId="{D9737AF7-FDB5-4978-96C7-D15F3523808C}" destId="{76A0CE61-56D6-406B-AE41-26A58A67CD9A}" srcOrd="9" destOrd="0" presId="urn:microsoft.com/office/officeart/2008/layout/LinedList"/>
    <dgm:cxn modelId="{313343A7-EFFD-4DB3-8A87-820634B134CC}" type="presParOf" srcId="{76A0CE61-56D6-406B-AE41-26A58A67CD9A}" destId="{5C8DA62D-5B7C-4A35-BCE9-8CE7351AC567}" srcOrd="0" destOrd="0" presId="urn:microsoft.com/office/officeart/2008/layout/LinedList"/>
    <dgm:cxn modelId="{14F061AF-84AB-4747-A63A-A0096422872E}" type="presParOf" srcId="{76A0CE61-56D6-406B-AE41-26A58A67CD9A}" destId="{144689ED-BC88-4FB1-B1BA-945E341AFBD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745E2E8-5C81-49DD-BB5A-1AEE50EDDE31}" type="doc">
      <dgm:prSet loTypeId="urn:microsoft.com/office/officeart/2008/layout/LinedLis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5716734-130D-47C5-854B-26FE3A35B7C8}">
      <dgm:prSet/>
      <dgm:spPr/>
      <dgm:t>
        <a:bodyPr/>
        <a:lstStyle/>
        <a:p>
          <a:r>
            <a:rPr lang="en-IN" dirty="0"/>
            <a:t>🎓 </a:t>
          </a:r>
          <a:r>
            <a:rPr lang="en-IN" b="1" dirty="0"/>
            <a:t>Educational Institutions</a:t>
          </a:r>
          <a:endParaRPr lang="en-IN" dirty="0"/>
        </a:p>
      </dgm:t>
    </dgm:pt>
    <dgm:pt modelId="{E6613FD8-3F58-4D08-A132-40647AE12D3B}" type="parTrans" cxnId="{33718320-1D00-41A1-BD7E-5E3EA732A1AF}">
      <dgm:prSet/>
      <dgm:spPr/>
      <dgm:t>
        <a:bodyPr/>
        <a:lstStyle/>
        <a:p>
          <a:endParaRPr lang="en-IN"/>
        </a:p>
      </dgm:t>
    </dgm:pt>
    <dgm:pt modelId="{1D5E192A-E405-4380-8CFA-BA056F9B1585}" type="sibTrans" cxnId="{33718320-1D00-41A1-BD7E-5E3EA732A1AF}">
      <dgm:prSet/>
      <dgm:spPr/>
      <dgm:t>
        <a:bodyPr/>
        <a:lstStyle/>
        <a:p>
          <a:endParaRPr lang="en-IN"/>
        </a:p>
      </dgm:t>
    </dgm:pt>
    <dgm:pt modelId="{8BAB9E61-4B91-4049-B1CD-172F293C987E}">
      <dgm:prSet/>
      <dgm:spPr/>
      <dgm:t>
        <a:bodyPr/>
        <a:lstStyle/>
        <a:p>
          <a:r>
            <a:rPr lang="en-IN"/>
            <a:t>Student records </a:t>
          </a:r>
        </a:p>
      </dgm:t>
    </dgm:pt>
    <dgm:pt modelId="{DA97655A-76B2-4786-A64C-FAD515A06F06}" type="parTrans" cxnId="{5BDF591D-483E-4D3F-9F48-B9986FB1C8EE}">
      <dgm:prSet/>
      <dgm:spPr/>
      <dgm:t>
        <a:bodyPr/>
        <a:lstStyle/>
        <a:p>
          <a:endParaRPr lang="en-IN"/>
        </a:p>
      </dgm:t>
    </dgm:pt>
    <dgm:pt modelId="{0791B332-ED32-4A9B-9249-49556DBAAC41}" type="sibTrans" cxnId="{5BDF591D-483E-4D3F-9F48-B9986FB1C8EE}">
      <dgm:prSet/>
      <dgm:spPr/>
      <dgm:t>
        <a:bodyPr/>
        <a:lstStyle/>
        <a:p>
          <a:endParaRPr lang="en-IN"/>
        </a:p>
      </dgm:t>
    </dgm:pt>
    <dgm:pt modelId="{90A86182-C6C8-41FF-8118-6A4E2BD57AAD}">
      <dgm:prSet/>
      <dgm:spPr/>
      <dgm:t>
        <a:bodyPr/>
        <a:lstStyle/>
        <a:p>
          <a:r>
            <a:rPr lang="en-IN"/>
            <a:t>Attendance </a:t>
          </a:r>
        </a:p>
      </dgm:t>
    </dgm:pt>
    <dgm:pt modelId="{521914CE-007A-416E-BFE7-7AE475FF60D6}" type="parTrans" cxnId="{1AEE8003-B775-4F46-AEC2-A9576F67D2A5}">
      <dgm:prSet/>
      <dgm:spPr/>
      <dgm:t>
        <a:bodyPr/>
        <a:lstStyle/>
        <a:p>
          <a:endParaRPr lang="en-IN"/>
        </a:p>
      </dgm:t>
    </dgm:pt>
    <dgm:pt modelId="{4716AD73-B40C-41BB-8E04-454F7F4AD5F0}" type="sibTrans" cxnId="{1AEE8003-B775-4F46-AEC2-A9576F67D2A5}">
      <dgm:prSet/>
      <dgm:spPr/>
      <dgm:t>
        <a:bodyPr/>
        <a:lstStyle/>
        <a:p>
          <a:endParaRPr lang="en-IN"/>
        </a:p>
      </dgm:t>
    </dgm:pt>
    <dgm:pt modelId="{B03ACEA8-77DB-4641-A75B-598A0C862B4B}">
      <dgm:prSet/>
      <dgm:spPr/>
      <dgm:t>
        <a:bodyPr/>
        <a:lstStyle/>
        <a:p>
          <a:r>
            <a:rPr lang="en-IN"/>
            <a:t>Marks </a:t>
          </a:r>
        </a:p>
      </dgm:t>
    </dgm:pt>
    <dgm:pt modelId="{255E2247-CED0-4BDF-A732-A1B564B80CC5}" type="parTrans" cxnId="{A5E2F2E4-844E-4F5B-93C9-AE62EF8D648C}">
      <dgm:prSet/>
      <dgm:spPr/>
      <dgm:t>
        <a:bodyPr/>
        <a:lstStyle/>
        <a:p>
          <a:endParaRPr lang="en-IN"/>
        </a:p>
      </dgm:t>
    </dgm:pt>
    <dgm:pt modelId="{0A707533-95BB-4E20-90B6-0BD66E9AA389}" type="sibTrans" cxnId="{A5E2F2E4-844E-4F5B-93C9-AE62EF8D648C}">
      <dgm:prSet/>
      <dgm:spPr/>
      <dgm:t>
        <a:bodyPr/>
        <a:lstStyle/>
        <a:p>
          <a:endParaRPr lang="en-IN"/>
        </a:p>
      </dgm:t>
    </dgm:pt>
    <dgm:pt modelId="{C544A747-D5C1-4D7A-B658-CF3A4D9BE762}">
      <dgm:prSet/>
      <dgm:spPr/>
      <dgm:t>
        <a:bodyPr/>
        <a:lstStyle/>
        <a:p>
          <a:r>
            <a:rPr lang="en-IN"/>
            <a:t>Fee management</a:t>
          </a:r>
        </a:p>
      </dgm:t>
    </dgm:pt>
    <dgm:pt modelId="{558120D9-E2CF-465B-9236-3897FDF86BC6}" type="parTrans" cxnId="{D8DE306C-6D51-47C1-8EFF-76CBE66AB32E}">
      <dgm:prSet/>
      <dgm:spPr/>
      <dgm:t>
        <a:bodyPr/>
        <a:lstStyle/>
        <a:p>
          <a:endParaRPr lang="en-IN"/>
        </a:p>
      </dgm:t>
    </dgm:pt>
    <dgm:pt modelId="{2FE52737-F161-4C12-84B9-12A111A4E349}" type="sibTrans" cxnId="{D8DE306C-6D51-47C1-8EFF-76CBE66AB32E}">
      <dgm:prSet/>
      <dgm:spPr/>
      <dgm:t>
        <a:bodyPr/>
        <a:lstStyle/>
        <a:p>
          <a:endParaRPr lang="en-IN"/>
        </a:p>
      </dgm:t>
    </dgm:pt>
    <dgm:pt modelId="{8570C96D-FE7F-45CC-A332-CF9A605BD8CC}" type="pres">
      <dgm:prSet presAssocID="{8745E2E8-5C81-49DD-BB5A-1AEE50EDDE31}" presName="vert0" presStyleCnt="0">
        <dgm:presLayoutVars>
          <dgm:dir/>
          <dgm:animOne val="branch"/>
          <dgm:animLvl val="lvl"/>
        </dgm:presLayoutVars>
      </dgm:prSet>
      <dgm:spPr/>
    </dgm:pt>
    <dgm:pt modelId="{3C80AA44-34D2-4661-9D73-842D85F4987B}" type="pres">
      <dgm:prSet presAssocID="{95716734-130D-47C5-854B-26FE3A35B7C8}" presName="thickLine" presStyleLbl="alignNode1" presStyleIdx="0" presStyleCnt="5"/>
      <dgm:spPr/>
    </dgm:pt>
    <dgm:pt modelId="{557A4A65-A875-4EF5-9A30-2721C5A731A3}" type="pres">
      <dgm:prSet presAssocID="{95716734-130D-47C5-854B-26FE3A35B7C8}" presName="horz1" presStyleCnt="0"/>
      <dgm:spPr/>
    </dgm:pt>
    <dgm:pt modelId="{7AE71361-A670-4800-B966-E55FBBBD0615}" type="pres">
      <dgm:prSet presAssocID="{95716734-130D-47C5-854B-26FE3A35B7C8}" presName="tx1" presStyleLbl="revTx" presStyleIdx="0" presStyleCnt="5"/>
      <dgm:spPr/>
    </dgm:pt>
    <dgm:pt modelId="{1E497954-9B44-43AE-A1A3-1413E107A88F}" type="pres">
      <dgm:prSet presAssocID="{95716734-130D-47C5-854B-26FE3A35B7C8}" presName="vert1" presStyleCnt="0"/>
      <dgm:spPr/>
    </dgm:pt>
    <dgm:pt modelId="{02EE2AB0-DD7B-4708-ACA4-D6FBA9F18ACE}" type="pres">
      <dgm:prSet presAssocID="{8BAB9E61-4B91-4049-B1CD-172F293C987E}" presName="thickLine" presStyleLbl="alignNode1" presStyleIdx="1" presStyleCnt="5"/>
      <dgm:spPr/>
    </dgm:pt>
    <dgm:pt modelId="{B6BD3AA1-0ADB-428D-BEEA-72E31D86161C}" type="pres">
      <dgm:prSet presAssocID="{8BAB9E61-4B91-4049-B1CD-172F293C987E}" presName="horz1" presStyleCnt="0"/>
      <dgm:spPr/>
    </dgm:pt>
    <dgm:pt modelId="{055B4DD1-F2A4-46BC-895A-225672C1C1B7}" type="pres">
      <dgm:prSet presAssocID="{8BAB9E61-4B91-4049-B1CD-172F293C987E}" presName="tx1" presStyleLbl="revTx" presStyleIdx="1" presStyleCnt="5"/>
      <dgm:spPr/>
    </dgm:pt>
    <dgm:pt modelId="{0CF8DB66-FCC3-4FEC-B693-F246BD78F812}" type="pres">
      <dgm:prSet presAssocID="{8BAB9E61-4B91-4049-B1CD-172F293C987E}" presName="vert1" presStyleCnt="0"/>
      <dgm:spPr/>
    </dgm:pt>
    <dgm:pt modelId="{1DFEE5DF-2C3C-4EA5-8452-1CADB11D7A2A}" type="pres">
      <dgm:prSet presAssocID="{90A86182-C6C8-41FF-8118-6A4E2BD57AAD}" presName="thickLine" presStyleLbl="alignNode1" presStyleIdx="2" presStyleCnt="5"/>
      <dgm:spPr/>
    </dgm:pt>
    <dgm:pt modelId="{9B6B204C-BA6E-41FC-BEE6-57008A488323}" type="pres">
      <dgm:prSet presAssocID="{90A86182-C6C8-41FF-8118-6A4E2BD57AAD}" presName="horz1" presStyleCnt="0"/>
      <dgm:spPr/>
    </dgm:pt>
    <dgm:pt modelId="{8D3E054F-B202-45A5-8316-1CC5F5E839D8}" type="pres">
      <dgm:prSet presAssocID="{90A86182-C6C8-41FF-8118-6A4E2BD57AAD}" presName="tx1" presStyleLbl="revTx" presStyleIdx="2" presStyleCnt="5"/>
      <dgm:spPr/>
    </dgm:pt>
    <dgm:pt modelId="{C6D41924-FCD8-48A7-A8DF-64DFB26ECFF4}" type="pres">
      <dgm:prSet presAssocID="{90A86182-C6C8-41FF-8118-6A4E2BD57AAD}" presName="vert1" presStyleCnt="0"/>
      <dgm:spPr/>
    </dgm:pt>
    <dgm:pt modelId="{0148490A-285C-4EE2-A9C7-9257FEB84396}" type="pres">
      <dgm:prSet presAssocID="{B03ACEA8-77DB-4641-A75B-598A0C862B4B}" presName="thickLine" presStyleLbl="alignNode1" presStyleIdx="3" presStyleCnt="5" custLinFactNeighborX="618"/>
      <dgm:spPr/>
    </dgm:pt>
    <dgm:pt modelId="{BE2A8B83-295D-4603-846E-78C0BFA25D32}" type="pres">
      <dgm:prSet presAssocID="{B03ACEA8-77DB-4641-A75B-598A0C862B4B}" presName="horz1" presStyleCnt="0"/>
      <dgm:spPr/>
    </dgm:pt>
    <dgm:pt modelId="{66C0654A-2FB0-4323-94F2-F2AC4859321B}" type="pres">
      <dgm:prSet presAssocID="{B03ACEA8-77DB-4641-A75B-598A0C862B4B}" presName="tx1" presStyleLbl="revTx" presStyleIdx="3" presStyleCnt="5"/>
      <dgm:spPr/>
    </dgm:pt>
    <dgm:pt modelId="{5F1725F0-E972-4D78-83E7-2C2B11F556E5}" type="pres">
      <dgm:prSet presAssocID="{B03ACEA8-77DB-4641-A75B-598A0C862B4B}" presName="vert1" presStyleCnt="0"/>
      <dgm:spPr/>
    </dgm:pt>
    <dgm:pt modelId="{FEE63331-E664-49EC-9D25-575A9A52AF2D}" type="pres">
      <dgm:prSet presAssocID="{C544A747-D5C1-4D7A-B658-CF3A4D9BE762}" presName="thickLine" presStyleLbl="alignNode1" presStyleIdx="4" presStyleCnt="5"/>
      <dgm:spPr/>
    </dgm:pt>
    <dgm:pt modelId="{850F146F-F836-4570-95BD-5CA6AE3A11C9}" type="pres">
      <dgm:prSet presAssocID="{C544A747-D5C1-4D7A-B658-CF3A4D9BE762}" presName="horz1" presStyleCnt="0"/>
      <dgm:spPr/>
    </dgm:pt>
    <dgm:pt modelId="{40540A4C-2AE7-4D61-8941-1BF19300BDD9}" type="pres">
      <dgm:prSet presAssocID="{C544A747-D5C1-4D7A-B658-CF3A4D9BE762}" presName="tx1" presStyleLbl="revTx" presStyleIdx="4" presStyleCnt="5"/>
      <dgm:spPr/>
    </dgm:pt>
    <dgm:pt modelId="{B793CF8C-BFDF-4E8F-B493-F3847856791E}" type="pres">
      <dgm:prSet presAssocID="{C544A747-D5C1-4D7A-B658-CF3A4D9BE762}" presName="vert1" presStyleCnt="0"/>
      <dgm:spPr/>
    </dgm:pt>
  </dgm:ptLst>
  <dgm:cxnLst>
    <dgm:cxn modelId="{1AEE8003-B775-4F46-AEC2-A9576F67D2A5}" srcId="{8745E2E8-5C81-49DD-BB5A-1AEE50EDDE31}" destId="{90A86182-C6C8-41FF-8118-6A4E2BD57AAD}" srcOrd="2" destOrd="0" parTransId="{521914CE-007A-416E-BFE7-7AE475FF60D6}" sibTransId="{4716AD73-B40C-41BB-8E04-454F7F4AD5F0}"/>
    <dgm:cxn modelId="{68CECB0F-90F3-4F33-9A8A-81FC107CA620}" type="presOf" srcId="{C544A747-D5C1-4D7A-B658-CF3A4D9BE762}" destId="{40540A4C-2AE7-4D61-8941-1BF19300BDD9}" srcOrd="0" destOrd="0" presId="urn:microsoft.com/office/officeart/2008/layout/LinedList"/>
    <dgm:cxn modelId="{5BDF591D-483E-4D3F-9F48-B9986FB1C8EE}" srcId="{8745E2E8-5C81-49DD-BB5A-1AEE50EDDE31}" destId="{8BAB9E61-4B91-4049-B1CD-172F293C987E}" srcOrd="1" destOrd="0" parTransId="{DA97655A-76B2-4786-A64C-FAD515A06F06}" sibTransId="{0791B332-ED32-4A9B-9249-49556DBAAC41}"/>
    <dgm:cxn modelId="{33718320-1D00-41A1-BD7E-5E3EA732A1AF}" srcId="{8745E2E8-5C81-49DD-BB5A-1AEE50EDDE31}" destId="{95716734-130D-47C5-854B-26FE3A35B7C8}" srcOrd="0" destOrd="0" parTransId="{E6613FD8-3F58-4D08-A132-40647AE12D3B}" sibTransId="{1D5E192A-E405-4380-8CFA-BA056F9B1585}"/>
    <dgm:cxn modelId="{D8DE306C-6D51-47C1-8EFF-76CBE66AB32E}" srcId="{8745E2E8-5C81-49DD-BB5A-1AEE50EDDE31}" destId="{C544A747-D5C1-4D7A-B658-CF3A4D9BE762}" srcOrd="4" destOrd="0" parTransId="{558120D9-E2CF-465B-9236-3897FDF86BC6}" sibTransId="{2FE52737-F161-4C12-84B9-12A111A4E349}"/>
    <dgm:cxn modelId="{4C66B951-5D80-4C29-BF24-7F6E0F2945E4}" type="presOf" srcId="{90A86182-C6C8-41FF-8118-6A4E2BD57AAD}" destId="{8D3E054F-B202-45A5-8316-1CC5F5E839D8}" srcOrd="0" destOrd="0" presId="urn:microsoft.com/office/officeart/2008/layout/LinedList"/>
    <dgm:cxn modelId="{1FFFB3C8-9F57-4F21-9B93-5AB33262BD6C}" type="presOf" srcId="{8745E2E8-5C81-49DD-BB5A-1AEE50EDDE31}" destId="{8570C96D-FE7F-45CC-A332-CF9A605BD8CC}" srcOrd="0" destOrd="0" presId="urn:microsoft.com/office/officeart/2008/layout/LinedList"/>
    <dgm:cxn modelId="{BDB760C9-D0EB-42A0-85E6-6893CC099869}" type="presOf" srcId="{8BAB9E61-4B91-4049-B1CD-172F293C987E}" destId="{055B4DD1-F2A4-46BC-895A-225672C1C1B7}" srcOrd="0" destOrd="0" presId="urn:microsoft.com/office/officeart/2008/layout/LinedList"/>
    <dgm:cxn modelId="{B4FF3CE3-60D1-42AF-8CF0-56DFD6B559B3}" type="presOf" srcId="{95716734-130D-47C5-854B-26FE3A35B7C8}" destId="{7AE71361-A670-4800-B966-E55FBBBD0615}" srcOrd="0" destOrd="0" presId="urn:microsoft.com/office/officeart/2008/layout/LinedList"/>
    <dgm:cxn modelId="{A5E2F2E4-844E-4F5B-93C9-AE62EF8D648C}" srcId="{8745E2E8-5C81-49DD-BB5A-1AEE50EDDE31}" destId="{B03ACEA8-77DB-4641-A75B-598A0C862B4B}" srcOrd="3" destOrd="0" parTransId="{255E2247-CED0-4BDF-A732-A1B564B80CC5}" sibTransId="{0A707533-95BB-4E20-90B6-0BD66E9AA389}"/>
    <dgm:cxn modelId="{816B03E7-DC49-42EF-85ED-AD181DEA5036}" type="presOf" srcId="{B03ACEA8-77DB-4641-A75B-598A0C862B4B}" destId="{66C0654A-2FB0-4323-94F2-F2AC4859321B}" srcOrd="0" destOrd="0" presId="urn:microsoft.com/office/officeart/2008/layout/LinedList"/>
    <dgm:cxn modelId="{EF1F45FA-293D-4D69-994A-60FFEB138907}" type="presParOf" srcId="{8570C96D-FE7F-45CC-A332-CF9A605BD8CC}" destId="{3C80AA44-34D2-4661-9D73-842D85F4987B}" srcOrd="0" destOrd="0" presId="urn:microsoft.com/office/officeart/2008/layout/LinedList"/>
    <dgm:cxn modelId="{08827602-5A1A-4982-B931-625CFEF7CEA9}" type="presParOf" srcId="{8570C96D-FE7F-45CC-A332-CF9A605BD8CC}" destId="{557A4A65-A875-4EF5-9A30-2721C5A731A3}" srcOrd="1" destOrd="0" presId="urn:microsoft.com/office/officeart/2008/layout/LinedList"/>
    <dgm:cxn modelId="{A572DA6E-8E29-40AA-AA03-DDBA78B7937E}" type="presParOf" srcId="{557A4A65-A875-4EF5-9A30-2721C5A731A3}" destId="{7AE71361-A670-4800-B966-E55FBBBD0615}" srcOrd="0" destOrd="0" presId="urn:microsoft.com/office/officeart/2008/layout/LinedList"/>
    <dgm:cxn modelId="{31FF520C-B1EC-4151-BD14-DB3A5DDB8BFF}" type="presParOf" srcId="{557A4A65-A875-4EF5-9A30-2721C5A731A3}" destId="{1E497954-9B44-43AE-A1A3-1413E107A88F}" srcOrd="1" destOrd="0" presId="urn:microsoft.com/office/officeart/2008/layout/LinedList"/>
    <dgm:cxn modelId="{C5596B56-A791-49D2-96FA-67964C98050D}" type="presParOf" srcId="{8570C96D-FE7F-45CC-A332-CF9A605BD8CC}" destId="{02EE2AB0-DD7B-4708-ACA4-D6FBA9F18ACE}" srcOrd="2" destOrd="0" presId="urn:microsoft.com/office/officeart/2008/layout/LinedList"/>
    <dgm:cxn modelId="{F06D9389-5E12-4E90-9EBB-CCB37A873BD7}" type="presParOf" srcId="{8570C96D-FE7F-45CC-A332-CF9A605BD8CC}" destId="{B6BD3AA1-0ADB-428D-BEEA-72E31D86161C}" srcOrd="3" destOrd="0" presId="urn:microsoft.com/office/officeart/2008/layout/LinedList"/>
    <dgm:cxn modelId="{B59E250C-C32F-4564-A14F-7802E8D5D8F3}" type="presParOf" srcId="{B6BD3AA1-0ADB-428D-BEEA-72E31D86161C}" destId="{055B4DD1-F2A4-46BC-895A-225672C1C1B7}" srcOrd="0" destOrd="0" presId="urn:microsoft.com/office/officeart/2008/layout/LinedList"/>
    <dgm:cxn modelId="{94E45DCB-B075-4141-88F1-F35E550E8BE4}" type="presParOf" srcId="{B6BD3AA1-0ADB-428D-BEEA-72E31D86161C}" destId="{0CF8DB66-FCC3-4FEC-B693-F246BD78F812}" srcOrd="1" destOrd="0" presId="urn:microsoft.com/office/officeart/2008/layout/LinedList"/>
    <dgm:cxn modelId="{6A5C1065-3547-4018-94F0-1887E764E982}" type="presParOf" srcId="{8570C96D-FE7F-45CC-A332-CF9A605BD8CC}" destId="{1DFEE5DF-2C3C-4EA5-8452-1CADB11D7A2A}" srcOrd="4" destOrd="0" presId="urn:microsoft.com/office/officeart/2008/layout/LinedList"/>
    <dgm:cxn modelId="{12F1C8BC-8E65-4994-A4E8-F96956DE36F5}" type="presParOf" srcId="{8570C96D-FE7F-45CC-A332-CF9A605BD8CC}" destId="{9B6B204C-BA6E-41FC-BEE6-57008A488323}" srcOrd="5" destOrd="0" presId="urn:microsoft.com/office/officeart/2008/layout/LinedList"/>
    <dgm:cxn modelId="{6E5D960E-49CF-46A4-966D-6AF19C1C31A9}" type="presParOf" srcId="{9B6B204C-BA6E-41FC-BEE6-57008A488323}" destId="{8D3E054F-B202-45A5-8316-1CC5F5E839D8}" srcOrd="0" destOrd="0" presId="urn:microsoft.com/office/officeart/2008/layout/LinedList"/>
    <dgm:cxn modelId="{7A8751A8-A2DB-4D1B-876B-7C8FC1EA9EAB}" type="presParOf" srcId="{9B6B204C-BA6E-41FC-BEE6-57008A488323}" destId="{C6D41924-FCD8-48A7-A8DF-64DFB26ECFF4}" srcOrd="1" destOrd="0" presId="urn:microsoft.com/office/officeart/2008/layout/LinedList"/>
    <dgm:cxn modelId="{0BF52544-4E97-4C49-9506-9CD5FB1E6205}" type="presParOf" srcId="{8570C96D-FE7F-45CC-A332-CF9A605BD8CC}" destId="{0148490A-285C-4EE2-A9C7-9257FEB84396}" srcOrd="6" destOrd="0" presId="urn:microsoft.com/office/officeart/2008/layout/LinedList"/>
    <dgm:cxn modelId="{363E6E88-E0EA-4BE1-A8E8-F8A69241C7E3}" type="presParOf" srcId="{8570C96D-FE7F-45CC-A332-CF9A605BD8CC}" destId="{BE2A8B83-295D-4603-846E-78C0BFA25D32}" srcOrd="7" destOrd="0" presId="urn:microsoft.com/office/officeart/2008/layout/LinedList"/>
    <dgm:cxn modelId="{170BD1FC-6DE1-42EF-9BF5-53048E0D8F54}" type="presParOf" srcId="{BE2A8B83-295D-4603-846E-78C0BFA25D32}" destId="{66C0654A-2FB0-4323-94F2-F2AC4859321B}" srcOrd="0" destOrd="0" presId="urn:microsoft.com/office/officeart/2008/layout/LinedList"/>
    <dgm:cxn modelId="{DD545396-D1DB-438C-A6BB-1E527858F406}" type="presParOf" srcId="{BE2A8B83-295D-4603-846E-78C0BFA25D32}" destId="{5F1725F0-E972-4D78-83E7-2C2B11F556E5}" srcOrd="1" destOrd="0" presId="urn:microsoft.com/office/officeart/2008/layout/LinedList"/>
    <dgm:cxn modelId="{CA745DC9-3519-4F9B-926D-D26638E0B389}" type="presParOf" srcId="{8570C96D-FE7F-45CC-A332-CF9A605BD8CC}" destId="{FEE63331-E664-49EC-9D25-575A9A52AF2D}" srcOrd="8" destOrd="0" presId="urn:microsoft.com/office/officeart/2008/layout/LinedList"/>
    <dgm:cxn modelId="{2D7659A7-D1F9-4188-B75D-ECC3AF4EFC9D}" type="presParOf" srcId="{8570C96D-FE7F-45CC-A332-CF9A605BD8CC}" destId="{850F146F-F836-4570-95BD-5CA6AE3A11C9}" srcOrd="9" destOrd="0" presId="urn:microsoft.com/office/officeart/2008/layout/LinedList"/>
    <dgm:cxn modelId="{969B4CBE-CA53-48BC-A50E-8DC4AB500339}" type="presParOf" srcId="{850F146F-F836-4570-95BD-5CA6AE3A11C9}" destId="{40540A4C-2AE7-4D61-8941-1BF19300BDD9}" srcOrd="0" destOrd="0" presId="urn:microsoft.com/office/officeart/2008/layout/LinedList"/>
    <dgm:cxn modelId="{C4B7B65D-4C4F-44B8-ABC9-5A2A7879C988}" type="presParOf" srcId="{850F146F-F836-4570-95BD-5CA6AE3A11C9}" destId="{B793CF8C-BFDF-4E8F-B493-F3847856791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A10EE83-5C67-4EC5-8991-FA872D316C1E}" type="doc">
      <dgm:prSet loTypeId="urn:microsoft.com/office/officeart/2008/layout/LinedLis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633E801-65D7-4A7D-98C0-C4BFFD651B6B}">
      <dgm:prSet/>
      <dgm:spPr/>
      <dgm:t>
        <a:bodyPr/>
        <a:lstStyle/>
        <a:p>
          <a:r>
            <a:rPr lang="en-IN" dirty="0"/>
            <a:t>🛒 </a:t>
          </a:r>
          <a:r>
            <a:rPr lang="en-IN" b="1" dirty="0"/>
            <a:t>E-Commerce</a:t>
          </a:r>
          <a:endParaRPr lang="en-IN" dirty="0"/>
        </a:p>
      </dgm:t>
    </dgm:pt>
    <dgm:pt modelId="{705EED96-D5C9-4D9A-8E36-CAE05ABA6024}" type="parTrans" cxnId="{45243432-16BF-4A5E-B9D2-95149CD8B847}">
      <dgm:prSet/>
      <dgm:spPr/>
      <dgm:t>
        <a:bodyPr/>
        <a:lstStyle/>
        <a:p>
          <a:endParaRPr lang="en-IN"/>
        </a:p>
      </dgm:t>
    </dgm:pt>
    <dgm:pt modelId="{24B44AC0-B22C-4F29-B89F-EF7506740C80}" type="sibTrans" cxnId="{45243432-16BF-4A5E-B9D2-95149CD8B847}">
      <dgm:prSet/>
      <dgm:spPr/>
      <dgm:t>
        <a:bodyPr/>
        <a:lstStyle/>
        <a:p>
          <a:endParaRPr lang="en-IN"/>
        </a:p>
      </dgm:t>
    </dgm:pt>
    <dgm:pt modelId="{EA6F3326-C123-43BD-9352-E1DDFD59DE63}">
      <dgm:prSet/>
      <dgm:spPr/>
      <dgm:t>
        <a:bodyPr/>
        <a:lstStyle/>
        <a:p>
          <a:r>
            <a:rPr lang="en-IN"/>
            <a:t>Product details </a:t>
          </a:r>
        </a:p>
      </dgm:t>
    </dgm:pt>
    <dgm:pt modelId="{08CC8B5B-B8DD-48BE-95C7-3F835ECAE038}" type="parTrans" cxnId="{EB80986C-D4EC-4A2F-92EF-E31C8CBE6D4A}">
      <dgm:prSet/>
      <dgm:spPr/>
      <dgm:t>
        <a:bodyPr/>
        <a:lstStyle/>
        <a:p>
          <a:endParaRPr lang="en-IN"/>
        </a:p>
      </dgm:t>
    </dgm:pt>
    <dgm:pt modelId="{21B6B3A0-11A2-4760-8004-37A8E97A071C}" type="sibTrans" cxnId="{EB80986C-D4EC-4A2F-92EF-E31C8CBE6D4A}">
      <dgm:prSet/>
      <dgm:spPr/>
      <dgm:t>
        <a:bodyPr/>
        <a:lstStyle/>
        <a:p>
          <a:endParaRPr lang="en-IN"/>
        </a:p>
      </dgm:t>
    </dgm:pt>
    <dgm:pt modelId="{4FA7B07F-9851-4315-9A2D-C264D61F6113}">
      <dgm:prSet/>
      <dgm:spPr/>
      <dgm:t>
        <a:bodyPr/>
        <a:lstStyle/>
        <a:p>
          <a:r>
            <a:rPr lang="en-IN"/>
            <a:t>Customer information </a:t>
          </a:r>
        </a:p>
      </dgm:t>
    </dgm:pt>
    <dgm:pt modelId="{54C84AC6-BB40-4C45-8680-B5C97BBB274B}" type="parTrans" cxnId="{CAFA609C-8679-4E5D-8560-88A690DAE8ED}">
      <dgm:prSet/>
      <dgm:spPr/>
      <dgm:t>
        <a:bodyPr/>
        <a:lstStyle/>
        <a:p>
          <a:endParaRPr lang="en-IN"/>
        </a:p>
      </dgm:t>
    </dgm:pt>
    <dgm:pt modelId="{F09FE141-D6F6-44FD-B225-7CE19E554FF9}" type="sibTrans" cxnId="{CAFA609C-8679-4E5D-8560-88A690DAE8ED}">
      <dgm:prSet/>
      <dgm:spPr/>
      <dgm:t>
        <a:bodyPr/>
        <a:lstStyle/>
        <a:p>
          <a:endParaRPr lang="en-IN"/>
        </a:p>
      </dgm:t>
    </dgm:pt>
    <dgm:pt modelId="{5C86AEE3-BCCE-4FD1-8A64-02D3E88C9DC8}">
      <dgm:prSet/>
      <dgm:spPr/>
      <dgm:t>
        <a:bodyPr/>
        <a:lstStyle/>
        <a:p>
          <a:r>
            <a:rPr lang="en-IN"/>
            <a:t>Orders </a:t>
          </a:r>
        </a:p>
      </dgm:t>
    </dgm:pt>
    <dgm:pt modelId="{C1C16535-E9FA-4455-9465-3F975450E813}" type="parTrans" cxnId="{04E7C095-C1EA-4CCF-8871-48F733621E99}">
      <dgm:prSet/>
      <dgm:spPr/>
      <dgm:t>
        <a:bodyPr/>
        <a:lstStyle/>
        <a:p>
          <a:endParaRPr lang="en-IN"/>
        </a:p>
      </dgm:t>
    </dgm:pt>
    <dgm:pt modelId="{B95195E7-D763-4813-BC01-21B845CAEC80}" type="sibTrans" cxnId="{04E7C095-C1EA-4CCF-8871-48F733621E99}">
      <dgm:prSet/>
      <dgm:spPr/>
      <dgm:t>
        <a:bodyPr/>
        <a:lstStyle/>
        <a:p>
          <a:endParaRPr lang="en-IN"/>
        </a:p>
      </dgm:t>
    </dgm:pt>
    <dgm:pt modelId="{E2970914-CADA-43E1-B2CA-64A6571902C0}">
      <dgm:prSet/>
      <dgm:spPr/>
      <dgm:t>
        <a:bodyPr/>
        <a:lstStyle/>
        <a:p>
          <a:r>
            <a:rPr lang="en-IN"/>
            <a:t>Payments</a:t>
          </a:r>
        </a:p>
      </dgm:t>
    </dgm:pt>
    <dgm:pt modelId="{A8D1B1E0-41A4-4A45-AED1-F5E49820875B}" type="parTrans" cxnId="{2DBCEC96-C892-4C84-9018-B816C2CA19D5}">
      <dgm:prSet/>
      <dgm:spPr/>
      <dgm:t>
        <a:bodyPr/>
        <a:lstStyle/>
        <a:p>
          <a:endParaRPr lang="en-IN"/>
        </a:p>
      </dgm:t>
    </dgm:pt>
    <dgm:pt modelId="{FF56C014-9684-4C51-ACCE-90477428D640}" type="sibTrans" cxnId="{2DBCEC96-C892-4C84-9018-B816C2CA19D5}">
      <dgm:prSet/>
      <dgm:spPr/>
      <dgm:t>
        <a:bodyPr/>
        <a:lstStyle/>
        <a:p>
          <a:endParaRPr lang="en-IN"/>
        </a:p>
      </dgm:t>
    </dgm:pt>
    <dgm:pt modelId="{1955A40B-087B-4F01-8E3C-C4A2CB9CDFBA}" type="pres">
      <dgm:prSet presAssocID="{FA10EE83-5C67-4EC5-8991-FA872D316C1E}" presName="vert0" presStyleCnt="0">
        <dgm:presLayoutVars>
          <dgm:dir/>
          <dgm:animOne val="branch"/>
          <dgm:animLvl val="lvl"/>
        </dgm:presLayoutVars>
      </dgm:prSet>
      <dgm:spPr/>
    </dgm:pt>
    <dgm:pt modelId="{AF7556E7-F7DC-473B-B1EB-291B4E28BC46}" type="pres">
      <dgm:prSet presAssocID="{9633E801-65D7-4A7D-98C0-C4BFFD651B6B}" presName="thickLine" presStyleLbl="alignNode1" presStyleIdx="0" presStyleCnt="5"/>
      <dgm:spPr/>
    </dgm:pt>
    <dgm:pt modelId="{383282F1-EA41-4ED6-9665-3990BC080456}" type="pres">
      <dgm:prSet presAssocID="{9633E801-65D7-4A7D-98C0-C4BFFD651B6B}" presName="horz1" presStyleCnt="0"/>
      <dgm:spPr/>
    </dgm:pt>
    <dgm:pt modelId="{22B5EE04-C3F2-4FAE-B8BF-4B4EE5F08D89}" type="pres">
      <dgm:prSet presAssocID="{9633E801-65D7-4A7D-98C0-C4BFFD651B6B}" presName="tx1" presStyleLbl="revTx" presStyleIdx="0" presStyleCnt="5"/>
      <dgm:spPr/>
    </dgm:pt>
    <dgm:pt modelId="{D344A9AE-577E-4D72-B6B6-089444A58E83}" type="pres">
      <dgm:prSet presAssocID="{9633E801-65D7-4A7D-98C0-C4BFFD651B6B}" presName="vert1" presStyleCnt="0"/>
      <dgm:spPr/>
    </dgm:pt>
    <dgm:pt modelId="{0C7AA707-08E7-4C6E-ADD0-3C810DFC1272}" type="pres">
      <dgm:prSet presAssocID="{EA6F3326-C123-43BD-9352-E1DDFD59DE63}" presName="thickLine" presStyleLbl="alignNode1" presStyleIdx="1" presStyleCnt="5"/>
      <dgm:spPr/>
    </dgm:pt>
    <dgm:pt modelId="{2955B135-313F-4982-A65A-957DD25405D1}" type="pres">
      <dgm:prSet presAssocID="{EA6F3326-C123-43BD-9352-E1DDFD59DE63}" presName="horz1" presStyleCnt="0"/>
      <dgm:spPr/>
    </dgm:pt>
    <dgm:pt modelId="{9A4BA3C5-5C81-4F3B-9AC4-ED3F17A803E4}" type="pres">
      <dgm:prSet presAssocID="{EA6F3326-C123-43BD-9352-E1DDFD59DE63}" presName="tx1" presStyleLbl="revTx" presStyleIdx="1" presStyleCnt="5"/>
      <dgm:spPr/>
    </dgm:pt>
    <dgm:pt modelId="{33EC7ECC-C84B-424D-834C-F43F6AFCCBE2}" type="pres">
      <dgm:prSet presAssocID="{EA6F3326-C123-43BD-9352-E1DDFD59DE63}" presName="vert1" presStyleCnt="0"/>
      <dgm:spPr/>
    </dgm:pt>
    <dgm:pt modelId="{C9188FA8-1A97-4DCC-BFD2-5A0608DA774B}" type="pres">
      <dgm:prSet presAssocID="{4FA7B07F-9851-4315-9A2D-C264D61F6113}" presName="thickLine" presStyleLbl="alignNode1" presStyleIdx="2" presStyleCnt="5"/>
      <dgm:spPr/>
    </dgm:pt>
    <dgm:pt modelId="{1FE60940-A864-4B96-BE90-822A219C0AD6}" type="pres">
      <dgm:prSet presAssocID="{4FA7B07F-9851-4315-9A2D-C264D61F6113}" presName="horz1" presStyleCnt="0"/>
      <dgm:spPr/>
    </dgm:pt>
    <dgm:pt modelId="{2817E2AA-B5C6-4858-95CA-3E7001055345}" type="pres">
      <dgm:prSet presAssocID="{4FA7B07F-9851-4315-9A2D-C264D61F6113}" presName="tx1" presStyleLbl="revTx" presStyleIdx="2" presStyleCnt="5"/>
      <dgm:spPr/>
    </dgm:pt>
    <dgm:pt modelId="{40ECF710-BFC8-42AB-B7BB-3ADD61A21EC7}" type="pres">
      <dgm:prSet presAssocID="{4FA7B07F-9851-4315-9A2D-C264D61F6113}" presName="vert1" presStyleCnt="0"/>
      <dgm:spPr/>
    </dgm:pt>
    <dgm:pt modelId="{0E21E4A4-8A24-43D1-A27A-4AAD4ADD0B4E}" type="pres">
      <dgm:prSet presAssocID="{5C86AEE3-BCCE-4FD1-8A64-02D3E88C9DC8}" presName="thickLine" presStyleLbl="alignNode1" presStyleIdx="3" presStyleCnt="5"/>
      <dgm:spPr/>
    </dgm:pt>
    <dgm:pt modelId="{D2A11630-A94B-45A5-8BCA-69681153B7A8}" type="pres">
      <dgm:prSet presAssocID="{5C86AEE3-BCCE-4FD1-8A64-02D3E88C9DC8}" presName="horz1" presStyleCnt="0"/>
      <dgm:spPr/>
    </dgm:pt>
    <dgm:pt modelId="{0BCBFBC0-6350-440C-8C6B-D3EF0F32310D}" type="pres">
      <dgm:prSet presAssocID="{5C86AEE3-BCCE-4FD1-8A64-02D3E88C9DC8}" presName="tx1" presStyleLbl="revTx" presStyleIdx="3" presStyleCnt="5"/>
      <dgm:spPr/>
    </dgm:pt>
    <dgm:pt modelId="{36EFA046-26A9-4A9F-8A60-EED37B8F7093}" type="pres">
      <dgm:prSet presAssocID="{5C86AEE3-BCCE-4FD1-8A64-02D3E88C9DC8}" presName="vert1" presStyleCnt="0"/>
      <dgm:spPr/>
    </dgm:pt>
    <dgm:pt modelId="{0FBE30A4-DFB3-40B6-9FAB-03B083BF719C}" type="pres">
      <dgm:prSet presAssocID="{E2970914-CADA-43E1-B2CA-64A6571902C0}" presName="thickLine" presStyleLbl="alignNode1" presStyleIdx="4" presStyleCnt="5"/>
      <dgm:spPr/>
    </dgm:pt>
    <dgm:pt modelId="{3B5DC385-1EDD-4B6D-8B2D-7CB71DB209AD}" type="pres">
      <dgm:prSet presAssocID="{E2970914-CADA-43E1-B2CA-64A6571902C0}" presName="horz1" presStyleCnt="0"/>
      <dgm:spPr/>
    </dgm:pt>
    <dgm:pt modelId="{25697380-F1A3-46C6-A219-E6D45EC6AD30}" type="pres">
      <dgm:prSet presAssocID="{E2970914-CADA-43E1-B2CA-64A6571902C0}" presName="tx1" presStyleLbl="revTx" presStyleIdx="4" presStyleCnt="5"/>
      <dgm:spPr/>
    </dgm:pt>
    <dgm:pt modelId="{F1D01835-AD2E-4DC0-A56B-99605811DFC2}" type="pres">
      <dgm:prSet presAssocID="{E2970914-CADA-43E1-B2CA-64A6571902C0}" presName="vert1" presStyleCnt="0"/>
      <dgm:spPr/>
    </dgm:pt>
  </dgm:ptLst>
  <dgm:cxnLst>
    <dgm:cxn modelId="{2AC0C211-54D1-45BF-BE16-FCC50AB8AC61}" type="presOf" srcId="{9633E801-65D7-4A7D-98C0-C4BFFD651B6B}" destId="{22B5EE04-C3F2-4FAE-B8BF-4B4EE5F08D89}" srcOrd="0" destOrd="0" presId="urn:microsoft.com/office/officeart/2008/layout/LinedList"/>
    <dgm:cxn modelId="{9F726319-787F-4E98-B072-2AEF68EBFC1E}" type="presOf" srcId="{5C86AEE3-BCCE-4FD1-8A64-02D3E88C9DC8}" destId="{0BCBFBC0-6350-440C-8C6B-D3EF0F32310D}" srcOrd="0" destOrd="0" presId="urn:microsoft.com/office/officeart/2008/layout/LinedList"/>
    <dgm:cxn modelId="{45243432-16BF-4A5E-B9D2-95149CD8B847}" srcId="{FA10EE83-5C67-4EC5-8991-FA872D316C1E}" destId="{9633E801-65D7-4A7D-98C0-C4BFFD651B6B}" srcOrd="0" destOrd="0" parTransId="{705EED96-D5C9-4D9A-8E36-CAE05ABA6024}" sibTransId="{24B44AC0-B22C-4F29-B89F-EF7506740C80}"/>
    <dgm:cxn modelId="{97E0BA43-6678-4F3A-AD50-B9E934656889}" type="presOf" srcId="{EA6F3326-C123-43BD-9352-E1DDFD59DE63}" destId="{9A4BA3C5-5C81-4F3B-9AC4-ED3F17A803E4}" srcOrd="0" destOrd="0" presId="urn:microsoft.com/office/officeart/2008/layout/LinedList"/>
    <dgm:cxn modelId="{EB80986C-D4EC-4A2F-92EF-E31C8CBE6D4A}" srcId="{FA10EE83-5C67-4EC5-8991-FA872D316C1E}" destId="{EA6F3326-C123-43BD-9352-E1DDFD59DE63}" srcOrd="1" destOrd="0" parTransId="{08CC8B5B-B8DD-48BE-95C7-3F835ECAE038}" sibTransId="{21B6B3A0-11A2-4760-8004-37A8E97A071C}"/>
    <dgm:cxn modelId="{7EBCEF75-6267-4A0D-A5AD-0318B70E83D6}" type="presOf" srcId="{FA10EE83-5C67-4EC5-8991-FA872D316C1E}" destId="{1955A40B-087B-4F01-8E3C-C4A2CB9CDFBA}" srcOrd="0" destOrd="0" presId="urn:microsoft.com/office/officeart/2008/layout/LinedList"/>
    <dgm:cxn modelId="{04E7C095-C1EA-4CCF-8871-48F733621E99}" srcId="{FA10EE83-5C67-4EC5-8991-FA872D316C1E}" destId="{5C86AEE3-BCCE-4FD1-8A64-02D3E88C9DC8}" srcOrd="3" destOrd="0" parTransId="{C1C16535-E9FA-4455-9465-3F975450E813}" sibTransId="{B95195E7-D763-4813-BC01-21B845CAEC80}"/>
    <dgm:cxn modelId="{2DBCEC96-C892-4C84-9018-B816C2CA19D5}" srcId="{FA10EE83-5C67-4EC5-8991-FA872D316C1E}" destId="{E2970914-CADA-43E1-B2CA-64A6571902C0}" srcOrd="4" destOrd="0" parTransId="{A8D1B1E0-41A4-4A45-AED1-F5E49820875B}" sibTransId="{FF56C014-9684-4C51-ACCE-90477428D640}"/>
    <dgm:cxn modelId="{CAFA609C-8679-4E5D-8560-88A690DAE8ED}" srcId="{FA10EE83-5C67-4EC5-8991-FA872D316C1E}" destId="{4FA7B07F-9851-4315-9A2D-C264D61F6113}" srcOrd="2" destOrd="0" parTransId="{54C84AC6-BB40-4C45-8680-B5C97BBB274B}" sibTransId="{F09FE141-D6F6-44FD-B225-7CE19E554FF9}"/>
    <dgm:cxn modelId="{36C613B5-5D6F-4F31-A938-07432FA00C07}" type="presOf" srcId="{E2970914-CADA-43E1-B2CA-64A6571902C0}" destId="{25697380-F1A3-46C6-A219-E6D45EC6AD30}" srcOrd="0" destOrd="0" presId="urn:microsoft.com/office/officeart/2008/layout/LinedList"/>
    <dgm:cxn modelId="{3006C4BC-EF86-4D76-B770-559BA701A32D}" type="presOf" srcId="{4FA7B07F-9851-4315-9A2D-C264D61F6113}" destId="{2817E2AA-B5C6-4858-95CA-3E7001055345}" srcOrd="0" destOrd="0" presId="urn:microsoft.com/office/officeart/2008/layout/LinedList"/>
    <dgm:cxn modelId="{F0378709-521F-4970-8BC1-75219E09304B}" type="presParOf" srcId="{1955A40B-087B-4F01-8E3C-C4A2CB9CDFBA}" destId="{AF7556E7-F7DC-473B-B1EB-291B4E28BC46}" srcOrd="0" destOrd="0" presId="urn:microsoft.com/office/officeart/2008/layout/LinedList"/>
    <dgm:cxn modelId="{74F34A59-A462-4354-9D68-3B24FB0712DE}" type="presParOf" srcId="{1955A40B-087B-4F01-8E3C-C4A2CB9CDFBA}" destId="{383282F1-EA41-4ED6-9665-3990BC080456}" srcOrd="1" destOrd="0" presId="urn:microsoft.com/office/officeart/2008/layout/LinedList"/>
    <dgm:cxn modelId="{96919EC4-6BA2-436C-8380-4DF0C78D2272}" type="presParOf" srcId="{383282F1-EA41-4ED6-9665-3990BC080456}" destId="{22B5EE04-C3F2-4FAE-B8BF-4B4EE5F08D89}" srcOrd="0" destOrd="0" presId="urn:microsoft.com/office/officeart/2008/layout/LinedList"/>
    <dgm:cxn modelId="{C624D99B-9CD9-44B0-8835-5BD5ECE119FF}" type="presParOf" srcId="{383282F1-EA41-4ED6-9665-3990BC080456}" destId="{D344A9AE-577E-4D72-B6B6-089444A58E83}" srcOrd="1" destOrd="0" presId="urn:microsoft.com/office/officeart/2008/layout/LinedList"/>
    <dgm:cxn modelId="{C5E09A66-1A05-413B-884A-CCCDC92C8328}" type="presParOf" srcId="{1955A40B-087B-4F01-8E3C-C4A2CB9CDFBA}" destId="{0C7AA707-08E7-4C6E-ADD0-3C810DFC1272}" srcOrd="2" destOrd="0" presId="urn:microsoft.com/office/officeart/2008/layout/LinedList"/>
    <dgm:cxn modelId="{5E579D94-CA05-4112-A164-7B8C914324E2}" type="presParOf" srcId="{1955A40B-087B-4F01-8E3C-C4A2CB9CDFBA}" destId="{2955B135-313F-4982-A65A-957DD25405D1}" srcOrd="3" destOrd="0" presId="urn:microsoft.com/office/officeart/2008/layout/LinedList"/>
    <dgm:cxn modelId="{B8911623-6502-45EF-8C2A-CC0E0C44BEAD}" type="presParOf" srcId="{2955B135-313F-4982-A65A-957DD25405D1}" destId="{9A4BA3C5-5C81-4F3B-9AC4-ED3F17A803E4}" srcOrd="0" destOrd="0" presId="urn:microsoft.com/office/officeart/2008/layout/LinedList"/>
    <dgm:cxn modelId="{4A247E40-20EF-40F2-BCE7-F2DA0A9DA448}" type="presParOf" srcId="{2955B135-313F-4982-A65A-957DD25405D1}" destId="{33EC7ECC-C84B-424D-834C-F43F6AFCCBE2}" srcOrd="1" destOrd="0" presId="urn:microsoft.com/office/officeart/2008/layout/LinedList"/>
    <dgm:cxn modelId="{2D3CD8D4-17ED-43E0-8557-B20415E4642B}" type="presParOf" srcId="{1955A40B-087B-4F01-8E3C-C4A2CB9CDFBA}" destId="{C9188FA8-1A97-4DCC-BFD2-5A0608DA774B}" srcOrd="4" destOrd="0" presId="urn:microsoft.com/office/officeart/2008/layout/LinedList"/>
    <dgm:cxn modelId="{F54D754B-B61C-4276-B342-8FB712CBCCBA}" type="presParOf" srcId="{1955A40B-087B-4F01-8E3C-C4A2CB9CDFBA}" destId="{1FE60940-A864-4B96-BE90-822A219C0AD6}" srcOrd="5" destOrd="0" presId="urn:microsoft.com/office/officeart/2008/layout/LinedList"/>
    <dgm:cxn modelId="{2617154B-7FD8-40A9-9F60-9DEF9D306FCD}" type="presParOf" srcId="{1FE60940-A864-4B96-BE90-822A219C0AD6}" destId="{2817E2AA-B5C6-4858-95CA-3E7001055345}" srcOrd="0" destOrd="0" presId="urn:microsoft.com/office/officeart/2008/layout/LinedList"/>
    <dgm:cxn modelId="{2094F332-320D-432C-AE9C-8D951CC9298B}" type="presParOf" srcId="{1FE60940-A864-4B96-BE90-822A219C0AD6}" destId="{40ECF710-BFC8-42AB-B7BB-3ADD61A21EC7}" srcOrd="1" destOrd="0" presId="urn:microsoft.com/office/officeart/2008/layout/LinedList"/>
    <dgm:cxn modelId="{8C836723-7755-48FA-95F6-A951953C4D80}" type="presParOf" srcId="{1955A40B-087B-4F01-8E3C-C4A2CB9CDFBA}" destId="{0E21E4A4-8A24-43D1-A27A-4AAD4ADD0B4E}" srcOrd="6" destOrd="0" presId="urn:microsoft.com/office/officeart/2008/layout/LinedList"/>
    <dgm:cxn modelId="{5295C0CB-52DD-4EB1-8634-2B37E6137AA3}" type="presParOf" srcId="{1955A40B-087B-4F01-8E3C-C4A2CB9CDFBA}" destId="{D2A11630-A94B-45A5-8BCA-69681153B7A8}" srcOrd="7" destOrd="0" presId="urn:microsoft.com/office/officeart/2008/layout/LinedList"/>
    <dgm:cxn modelId="{02180473-C113-4DC4-AE18-215F361FF48E}" type="presParOf" srcId="{D2A11630-A94B-45A5-8BCA-69681153B7A8}" destId="{0BCBFBC0-6350-440C-8C6B-D3EF0F32310D}" srcOrd="0" destOrd="0" presId="urn:microsoft.com/office/officeart/2008/layout/LinedList"/>
    <dgm:cxn modelId="{93735979-0751-49AF-8D0F-C753D677647F}" type="presParOf" srcId="{D2A11630-A94B-45A5-8BCA-69681153B7A8}" destId="{36EFA046-26A9-4A9F-8A60-EED37B8F7093}" srcOrd="1" destOrd="0" presId="urn:microsoft.com/office/officeart/2008/layout/LinedList"/>
    <dgm:cxn modelId="{F35A19A6-5346-4550-A882-8E5868C99E57}" type="presParOf" srcId="{1955A40B-087B-4F01-8E3C-C4A2CB9CDFBA}" destId="{0FBE30A4-DFB3-40B6-9FAB-03B083BF719C}" srcOrd="8" destOrd="0" presId="urn:microsoft.com/office/officeart/2008/layout/LinedList"/>
    <dgm:cxn modelId="{92F1E408-C75B-49A6-B10D-0771CC63917B}" type="presParOf" srcId="{1955A40B-087B-4F01-8E3C-C4A2CB9CDFBA}" destId="{3B5DC385-1EDD-4B6D-8B2D-7CB71DB209AD}" srcOrd="9" destOrd="0" presId="urn:microsoft.com/office/officeart/2008/layout/LinedList"/>
    <dgm:cxn modelId="{A12FE5FD-CD5C-4996-8620-0E9E48E2DFC0}" type="presParOf" srcId="{3B5DC385-1EDD-4B6D-8B2D-7CB71DB209AD}" destId="{25697380-F1A3-46C6-A219-E6D45EC6AD30}" srcOrd="0" destOrd="0" presId="urn:microsoft.com/office/officeart/2008/layout/LinedList"/>
    <dgm:cxn modelId="{C0DEECD5-E844-4646-9AFE-AB227AA55CA6}" type="presParOf" srcId="{3B5DC385-1EDD-4B6D-8B2D-7CB71DB209AD}" destId="{F1D01835-AD2E-4DC0-A56B-99605811DFC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24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7DFDD04-85A7-4EEB-A92C-C675DB2EF9D6}" type="doc">
      <dgm:prSet loTypeId="urn:microsoft.com/office/officeart/2008/layout/LinedLis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9214E5E-B3BA-4D6E-A713-0D1CDA58D53C}">
      <dgm:prSet/>
      <dgm:spPr/>
      <dgm:t>
        <a:bodyPr/>
        <a:lstStyle/>
        <a:p>
          <a:r>
            <a:rPr lang="en-IN" dirty="0"/>
            <a:t>✈️ </a:t>
          </a:r>
          <a:r>
            <a:rPr lang="en-IN" b="1" dirty="0"/>
            <a:t>Railway and Airline Reservation</a:t>
          </a:r>
          <a:endParaRPr lang="en-IN" dirty="0"/>
        </a:p>
      </dgm:t>
    </dgm:pt>
    <dgm:pt modelId="{94E69C76-32FA-41C6-9D1A-9DF85974082E}" type="parTrans" cxnId="{B4E0240B-6300-4341-9BA9-4FAEB42C55F6}">
      <dgm:prSet/>
      <dgm:spPr/>
      <dgm:t>
        <a:bodyPr/>
        <a:lstStyle/>
        <a:p>
          <a:endParaRPr lang="en-IN"/>
        </a:p>
      </dgm:t>
    </dgm:pt>
    <dgm:pt modelId="{BC3ACC49-DC83-4A85-BBFB-97C8BD8FF6B2}" type="sibTrans" cxnId="{B4E0240B-6300-4341-9BA9-4FAEB42C55F6}">
      <dgm:prSet/>
      <dgm:spPr/>
      <dgm:t>
        <a:bodyPr/>
        <a:lstStyle/>
        <a:p>
          <a:endParaRPr lang="en-IN"/>
        </a:p>
      </dgm:t>
    </dgm:pt>
    <dgm:pt modelId="{0FDF493E-BA2E-44A9-81F4-F4C5B6AABEF2}">
      <dgm:prSet/>
      <dgm:spPr/>
      <dgm:t>
        <a:bodyPr/>
        <a:lstStyle/>
        <a:p>
          <a:r>
            <a:rPr lang="en-IN"/>
            <a:t>Ticket booking </a:t>
          </a:r>
        </a:p>
      </dgm:t>
    </dgm:pt>
    <dgm:pt modelId="{B82A4841-2A90-4A21-BF3E-96631DC1C970}" type="parTrans" cxnId="{1559BF9D-F33F-4CDE-8495-25CE65972D9A}">
      <dgm:prSet/>
      <dgm:spPr/>
      <dgm:t>
        <a:bodyPr/>
        <a:lstStyle/>
        <a:p>
          <a:endParaRPr lang="en-IN"/>
        </a:p>
      </dgm:t>
    </dgm:pt>
    <dgm:pt modelId="{20DE6A5C-B28B-46C6-A179-BF97640BCC36}" type="sibTrans" cxnId="{1559BF9D-F33F-4CDE-8495-25CE65972D9A}">
      <dgm:prSet/>
      <dgm:spPr/>
      <dgm:t>
        <a:bodyPr/>
        <a:lstStyle/>
        <a:p>
          <a:endParaRPr lang="en-IN"/>
        </a:p>
      </dgm:t>
    </dgm:pt>
    <dgm:pt modelId="{0A539237-525F-40CF-8C36-BE7C80AE21FC}">
      <dgm:prSet/>
      <dgm:spPr/>
      <dgm:t>
        <a:bodyPr/>
        <a:lstStyle/>
        <a:p>
          <a:r>
            <a:rPr lang="en-IN"/>
            <a:t>Seat availability </a:t>
          </a:r>
        </a:p>
      </dgm:t>
    </dgm:pt>
    <dgm:pt modelId="{E95BA053-82D4-47E3-AD78-C188C20D1D7B}" type="parTrans" cxnId="{8B11F73D-BD53-4BD3-A60F-801C1410BBA1}">
      <dgm:prSet/>
      <dgm:spPr/>
      <dgm:t>
        <a:bodyPr/>
        <a:lstStyle/>
        <a:p>
          <a:endParaRPr lang="en-IN"/>
        </a:p>
      </dgm:t>
    </dgm:pt>
    <dgm:pt modelId="{D3E54E4F-49DD-4731-A987-F6EAC66528CF}" type="sibTrans" cxnId="{8B11F73D-BD53-4BD3-A60F-801C1410BBA1}">
      <dgm:prSet/>
      <dgm:spPr/>
      <dgm:t>
        <a:bodyPr/>
        <a:lstStyle/>
        <a:p>
          <a:endParaRPr lang="en-IN"/>
        </a:p>
      </dgm:t>
    </dgm:pt>
    <dgm:pt modelId="{AA919218-6FEF-47AD-A35D-0869E3316FCF}">
      <dgm:prSet/>
      <dgm:spPr/>
      <dgm:t>
        <a:bodyPr/>
        <a:lstStyle/>
        <a:p>
          <a:r>
            <a:rPr lang="en-IN"/>
            <a:t>Passenger details </a:t>
          </a:r>
        </a:p>
      </dgm:t>
    </dgm:pt>
    <dgm:pt modelId="{C2828CA8-FF27-4D51-8A5D-4B0B248257F7}" type="parTrans" cxnId="{332D4AC4-1C0C-4920-A107-A7E75F5BC530}">
      <dgm:prSet/>
      <dgm:spPr/>
      <dgm:t>
        <a:bodyPr/>
        <a:lstStyle/>
        <a:p>
          <a:endParaRPr lang="en-IN"/>
        </a:p>
      </dgm:t>
    </dgm:pt>
    <dgm:pt modelId="{CA64B591-ED7F-4B9C-B426-9D6BB0A3FC4B}" type="sibTrans" cxnId="{332D4AC4-1C0C-4920-A107-A7E75F5BC530}">
      <dgm:prSet/>
      <dgm:spPr/>
      <dgm:t>
        <a:bodyPr/>
        <a:lstStyle/>
        <a:p>
          <a:endParaRPr lang="en-IN"/>
        </a:p>
      </dgm:t>
    </dgm:pt>
    <dgm:pt modelId="{C6CF9B70-D718-4A7F-8597-688027F7972A}">
      <dgm:prSet/>
      <dgm:spPr/>
      <dgm:t>
        <a:bodyPr/>
        <a:lstStyle/>
        <a:p>
          <a:r>
            <a:rPr lang="en-IN"/>
            <a:t>Payment records</a:t>
          </a:r>
        </a:p>
      </dgm:t>
    </dgm:pt>
    <dgm:pt modelId="{CE440E81-826B-4A0B-9A13-8274C1F48B39}" type="parTrans" cxnId="{1D47956F-D20A-4A43-BD1F-C025A18143C0}">
      <dgm:prSet/>
      <dgm:spPr/>
      <dgm:t>
        <a:bodyPr/>
        <a:lstStyle/>
        <a:p>
          <a:endParaRPr lang="en-IN"/>
        </a:p>
      </dgm:t>
    </dgm:pt>
    <dgm:pt modelId="{590052C7-CA0C-4C2F-9B67-5D9E4AE35C7C}" type="sibTrans" cxnId="{1D47956F-D20A-4A43-BD1F-C025A18143C0}">
      <dgm:prSet/>
      <dgm:spPr/>
      <dgm:t>
        <a:bodyPr/>
        <a:lstStyle/>
        <a:p>
          <a:endParaRPr lang="en-IN"/>
        </a:p>
      </dgm:t>
    </dgm:pt>
    <dgm:pt modelId="{D29B5FA0-840B-46B4-901B-8660EC88D10F}" type="pres">
      <dgm:prSet presAssocID="{E7DFDD04-85A7-4EEB-A92C-C675DB2EF9D6}" presName="vert0" presStyleCnt="0">
        <dgm:presLayoutVars>
          <dgm:dir/>
          <dgm:animOne val="branch"/>
          <dgm:animLvl val="lvl"/>
        </dgm:presLayoutVars>
      </dgm:prSet>
      <dgm:spPr/>
    </dgm:pt>
    <dgm:pt modelId="{98EA72E1-24DE-4015-8C16-9E0D199F40A5}" type="pres">
      <dgm:prSet presAssocID="{09214E5E-B3BA-4D6E-A713-0D1CDA58D53C}" presName="thickLine" presStyleLbl="alignNode1" presStyleIdx="0" presStyleCnt="5"/>
      <dgm:spPr/>
    </dgm:pt>
    <dgm:pt modelId="{2343A6A3-9D64-4FD8-A6E4-6BF33B2F1100}" type="pres">
      <dgm:prSet presAssocID="{09214E5E-B3BA-4D6E-A713-0D1CDA58D53C}" presName="horz1" presStyleCnt="0"/>
      <dgm:spPr/>
    </dgm:pt>
    <dgm:pt modelId="{08773D36-78D8-4D4C-87B0-204BF6855CF4}" type="pres">
      <dgm:prSet presAssocID="{09214E5E-B3BA-4D6E-A713-0D1CDA58D53C}" presName="tx1" presStyleLbl="revTx" presStyleIdx="0" presStyleCnt="5"/>
      <dgm:spPr/>
    </dgm:pt>
    <dgm:pt modelId="{7F4C8CEC-37A2-450E-B976-23C6109D0992}" type="pres">
      <dgm:prSet presAssocID="{09214E5E-B3BA-4D6E-A713-0D1CDA58D53C}" presName="vert1" presStyleCnt="0"/>
      <dgm:spPr/>
    </dgm:pt>
    <dgm:pt modelId="{C62C67C7-ABCD-4625-9052-5C1DF6B1B47F}" type="pres">
      <dgm:prSet presAssocID="{0FDF493E-BA2E-44A9-81F4-F4C5B6AABEF2}" presName="thickLine" presStyleLbl="alignNode1" presStyleIdx="1" presStyleCnt="5"/>
      <dgm:spPr/>
    </dgm:pt>
    <dgm:pt modelId="{08ACAE31-83E7-4564-A576-FD8A0A8F8B40}" type="pres">
      <dgm:prSet presAssocID="{0FDF493E-BA2E-44A9-81F4-F4C5B6AABEF2}" presName="horz1" presStyleCnt="0"/>
      <dgm:spPr/>
    </dgm:pt>
    <dgm:pt modelId="{C9D79F73-48AE-414D-80C7-33926B318692}" type="pres">
      <dgm:prSet presAssocID="{0FDF493E-BA2E-44A9-81F4-F4C5B6AABEF2}" presName="tx1" presStyleLbl="revTx" presStyleIdx="1" presStyleCnt="5"/>
      <dgm:spPr/>
    </dgm:pt>
    <dgm:pt modelId="{49B8B39B-685F-4264-BDD6-B5968274B431}" type="pres">
      <dgm:prSet presAssocID="{0FDF493E-BA2E-44A9-81F4-F4C5B6AABEF2}" presName="vert1" presStyleCnt="0"/>
      <dgm:spPr/>
    </dgm:pt>
    <dgm:pt modelId="{BD8DB66C-47D9-43D1-A9CA-AC0DA698069B}" type="pres">
      <dgm:prSet presAssocID="{0A539237-525F-40CF-8C36-BE7C80AE21FC}" presName="thickLine" presStyleLbl="alignNode1" presStyleIdx="2" presStyleCnt="5"/>
      <dgm:spPr/>
    </dgm:pt>
    <dgm:pt modelId="{C4419946-3B2F-4727-96A3-B1B768146315}" type="pres">
      <dgm:prSet presAssocID="{0A539237-525F-40CF-8C36-BE7C80AE21FC}" presName="horz1" presStyleCnt="0"/>
      <dgm:spPr/>
    </dgm:pt>
    <dgm:pt modelId="{93EF75CC-1FB0-45CD-9C5A-405086533018}" type="pres">
      <dgm:prSet presAssocID="{0A539237-525F-40CF-8C36-BE7C80AE21FC}" presName="tx1" presStyleLbl="revTx" presStyleIdx="2" presStyleCnt="5"/>
      <dgm:spPr/>
    </dgm:pt>
    <dgm:pt modelId="{0DA32B7B-3B39-4B21-8DF2-27F31453C7D6}" type="pres">
      <dgm:prSet presAssocID="{0A539237-525F-40CF-8C36-BE7C80AE21FC}" presName="vert1" presStyleCnt="0"/>
      <dgm:spPr/>
    </dgm:pt>
    <dgm:pt modelId="{034270B2-5B70-4E3B-B1C6-60D0E8671E28}" type="pres">
      <dgm:prSet presAssocID="{AA919218-6FEF-47AD-A35D-0869E3316FCF}" presName="thickLine" presStyleLbl="alignNode1" presStyleIdx="3" presStyleCnt="5"/>
      <dgm:spPr/>
    </dgm:pt>
    <dgm:pt modelId="{71200786-919E-44B0-9D56-B413B3AA3A5E}" type="pres">
      <dgm:prSet presAssocID="{AA919218-6FEF-47AD-A35D-0869E3316FCF}" presName="horz1" presStyleCnt="0"/>
      <dgm:spPr/>
    </dgm:pt>
    <dgm:pt modelId="{FE7AA4C4-195B-4D90-8B58-CD212AD92A65}" type="pres">
      <dgm:prSet presAssocID="{AA919218-6FEF-47AD-A35D-0869E3316FCF}" presName="tx1" presStyleLbl="revTx" presStyleIdx="3" presStyleCnt="5"/>
      <dgm:spPr/>
    </dgm:pt>
    <dgm:pt modelId="{E2F908F9-E529-498B-84D7-89EFDBA31A69}" type="pres">
      <dgm:prSet presAssocID="{AA919218-6FEF-47AD-A35D-0869E3316FCF}" presName="vert1" presStyleCnt="0"/>
      <dgm:spPr/>
    </dgm:pt>
    <dgm:pt modelId="{58194DE3-AF81-44A6-BEDA-155A7573A9E4}" type="pres">
      <dgm:prSet presAssocID="{C6CF9B70-D718-4A7F-8597-688027F7972A}" presName="thickLine" presStyleLbl="alignNode1" presStyleIdx="4" presStyleCnt="5"/>
      <dgm:spPr/>
    </dgm:pt>
    <dgm:pt modelId="{1DC38944-D9D9-4649-8695-76854705707A}" type="pres">
      <dgm:prSet presAssocID="{C6CF9B70-D718-4A7F-8597-688027F7972A}" presName="horz1" presStyleCnt="0"/>
      <dgm:spPr/>
    </dgm:pt>
    <dgm:pt modelId="{1B3484AD-D143-4A0D-8210-F42DA4F34B28}" type="pres">
      <dgm:prSet presAssocID="{C6CF9B70-D718-4A7F-8597-688027F7972A}" presName="tx1" presStyleLbl="revTx" presStyleIdx="4" presStyleCnt="5"/>
      <dgm:spPr/>
    </dgm:pt>
    <dgm:pt modelId="{D34624B8-A1AA-4498-A840-82B8A96194EF}" type="pres">
      <dgm:prSet presAssocID="{C6CF9B70-D718-4A7F-8597-688027F7972A}" presName="vert1" presStyleCnt="0"/>
      <dgm:spPr/>
    </dgm:pt>
  </dgm:ptLst>
  <dgm:cxnLst>
    <dgm:cxn modelId="{B4E0240B-6300-4341-9BA9-4FAEB42C55F6}" srcId="{E7DFDD04-85A7-4EEB-A92C-C675DB2EF9D6}" destId="{09214E5E-B3BA-4D6E-A713-0D1CDA58D53C}" srcOrd="0" destOrd="0" parTransId="{94E69C76-32FA-41C6-9D1A-9DF85974082E}" sibTransId="{BC3ACC49-DC83-4A85-BBFB-97C8BD8FF6B2}"/>
    <dgm:cxn modelId="{CFE0FE19-49B3-4A25-A7C0-2A60C6985E0B}" type="presOf" srcId="{0FDF493E-BA2E-44A9-81F4-F4C5B6AABEF2}" destId="{C9D79F73-48AE-414D-80C7-33926B318692}" srcOrd="0" destOrd="0" presId="urn:microsoft.com/office/officeart/2008/layout/LinedList"/>
    <dgm:cxn modelId="{8B11F73D-BD53-4BD3-A60F-801C1410BBA1}" srcId="{E7DFDD04-85A7-4EEB-A92C-C675DB2EF9D6}" destId="{0A539237-525F-40CF-8C36-BE7C80AE21FC}" srcOrd="2" destOrd="0" parTransId="{E95BA053-82D4-47E3-AD78-C188C20D1D7B}" sibTransId="{D3E54E4F-49DD-4731-A987-F6EAC66528CF}"/>
    <dgm:cxn modelId="{8ADF983F-BE0B-4BFC-8BB5-B479B67524F5}" type="presOf" srcId="{AA919218-6FEF-47AD-A35D-0869E3316FCF}" destId="{FE7AA4C4-195B-4D90-8B58-CD212AD92A65}" srcOrd="0" destOrd="0" presId="urn:microsoft.com/office/officeart/2008/layout/LinedList"/>
    <dgm:cxn modelId="{1D47956F-D20A-4A43-BD1F-C025A18143C0}" srcId="{E7DFDD04-85A7-4EEB-A92C-C675DB2EF9D6}" destId="{C6CF9B70-D718-4A7F-8597-688027F7972A}" srcOrd="4" destOrd="0" parTransId="{CE440E81-826B-4A0B-9A13-8274C1F48B39}" sibTransId="{590052C7-CA0C-4C2F-9B67-5D9E4AE35C7C}"/>
    <dgm:cxn modelId="{FAC17C51-3DA6-4652-B9B1-3D360E8E4D65}" type="presOf" srcId="{C6CF9B70-D718-4A7F-8597-688027F7972A}" destId="{1B3484AD-D143-4A0D-8210-F42DA4F34B28}" srcOrd="0" destOrd="0" presId="urn:microsoft.com/office/officeart/2008/layout/LinedList"/>
    <dgm:cxn modelId="{1559BF9D-F33F-4CDE-8495-25CE65972D9A}" srcId="{E7DFDD04-85A7-4EEB-A92C-C675DB2EF9D6}" destId="{0FDF493E-BA2E-44A9-81F4-F4C5B6AABEF2}" srcOrd="1" destOrd="0" parTransId="{B82A4841-2A90-4A21-BF3E-96631DC1C970}" sibTransId="{20DE6A5C-B28B-46C6-A179-BF97640BCC36}"/>
    <dgm:cxn modelId="{AD285AB1-5629-43EC-BC31-ED7D8B140C6F}" type="presOf" srcId="{09214E5E-B3BA-4D6E-A713-0D1CDA58D53C}" destId="{08773D36-78D8-4D4C-87B0-204BF6855CF4}" srcOrd="0" destOrd="0" presId="urn:microsoft.com/office/officeart/2008/layout/LinedList"/>
    <dgm:cxn modelId="{332D4AC4-1C0C-4920-A107-A7E75F5BC530}" srcId="{E7DFDD04-85A7-4EEB-A92C-C675DB2EF9D6}" destId="{AA919218-6FEF-47AD-A35D-0869E3316FCF}" srcOrd="3" destOrd="0" parTransId="{C2828CA8-FF27-4D51-8A5D-4B0B248257F7}" sibTransId="{CA64B591-ED7F-4B9C-B426-9D6BB0A3FC4B}"/>
    <dgm:cxn modelId="{2163F7C6-EDA3-4507-A63B-57175D027CB3}" type="presOf" srcId="{E7DFDD04-85A7-4EEB-A92C-C675DB2EF9D6}" destId="{D29B5FA0-840B-46B4-901B-8660EC88D10F}" srcOrd="0" destOrd="0" presId="urn:microsoft.com/office/officeart/2008/layout/LinedList"/>
    <dgm:cxn modelId="{953E6DDF-363C-49FD-B7B2-7A277B51DF23}" type="presOf" srcId="{0A539237-525F-40CF-8C36-BE7C80AE21FC}" destId="{93EF75CC-1FB0-45CD-9C5A-405086533018}" srcOrd="0" destOrd="0" presId="urn:microsoft.com/office/officeart/2008/layout/LinedList"/>
    <dgm:cxn modelId="{A651DE7F-1D23-4DED-B560-E8BC3B8CD73D}" type="presParOf" srcId="{D29B5FA0-840B-46B4-901B-8660EC88D10F}" destId="{98EA72E1-24DE-4015-8C16-9E0D199F40A5}" srcOrd="0" destOrd="0" presId="urn:microsoft.com/office/officeart/2008/layout/LinedList"/>
    <dgm:cxn modelId="{07AA3D73-E6B0-411A-8FD4-E94BCA51D74D}" type="presParOf" srcId="{D29B5FA0-840B-46B4-901B-8660EC88D10F}" destId="{2343A6A3-9D64-4FD8-A6E4-6BF33B2F1100}" srcOrd="1" destOrd="0" presId="urn:microsoft.com/office/officeart/2008/layout/LinedList"/>
    <dgm:cxn modelId="{40AC0EFC-E5B5-433B-991A-1D59FBC75664}" type="presParOf" srcId="{2343A6A3-9D64-4FD8-A6E4-6BF33B2F1100}" destId="{08773D36-78D8-4D4C-87B0-204BF6855CF4}" srcOrd="0" destOrd="0" presId="urn:microsoft.com/office/officeart/2008/layout/LinedList"/>
    <dgm:cxn modelId="{00EF44A9-EB69-4C75-876B-830613447103}" type="presParOf" srcId="{2343A6A3-9D64-4FD8-A6E4-6BF33B2F1100}" destId="{7F4C8CEC-37A2-450E-B976-23C6109D0992}" srcOrd="1" destOrd="0" presId="urn:microsoft.com/office/officeart/2008/layout/LinedList"/>
    <dgm:cxn modelId="{67379C6D-0B92-4EF5-B8F1-A9AE2ED10095}" type="presParOf" srcId="{D29B5FA0-840B-46B4-901B-8660EC88D10F}" destId="{C62C67C7-ABCD-4625-9052-5C1DF6B1B47F}" srcOrd="2" destOrd="0" presId="urn:microsoft.com/office/officeart/2008/layout/LinedList"/>
    <dgm:cxn modelId="{52D93DEF-96DF-4575-A8C4-C6DB31D267CD}" type="presParOf" srcId="{D29B5FA0-840B-46B4-901B-8660EC88D10F}" destId="{08ACAE31-83E7-4564-A576-FD8A0A8F8B40}" srcOrd="3" destOrd="0" presId="urn:microsoft.com/office/officeart/2008/layout/LinedList"/>
    <dgm:cxn modelId="{12F746B8-DA7E-4959-BA02-0401E128F895}" type="presParOf" srcId="{08ACAE31-83E7-4564-A576-FD8A0A8F8B40}" destId="{C9D79F73-48AE-414D-80C7-33926B318692}" srcOrd="0" destOrd="0" presId="urn:microsoft.com/office/officeart/2008/layout/LinedList"/>
    <dgm:cxn modelId="{02CDCA7D-A59F-40AC-AAC9-F9045A55027F}" type="presParOf" srcId="{08ACAE31-83E7-4564-A576-FD8A0A8F8B40}" destId="{49B8B39B-685F-4264-BDD6-B5968274B431}" srcOrd="1" destOrd="0" presId="urn:microsoft.com/office/officeart/2008/layout/LinedList"/>
    <dgm:cxn modelId="{50FF0AD6-2AA2-47EE-8E4A-271E8AB0F60B}" type="presParOf" srcId="{D29B5FA0-840B-46B4-901B-8660EC88D10F}" destId="{BD8DB66C-47D9-43D1-A9CA-AC0DA698069B}" srcOrd="4" destOrd="0" presId="urn:microsoft.com/office/officeart/2008/layout/LinedList"/>
    <dgm:cxn modelId="{2B99DFDE-61E6-4717-BDEA-663384060786}" type="presParOf" srcId="{D29B5FA0-840B-46B4-901B-8660EC88D10F}" destId="{C4419946-3B2F-4727-96A3-B1B768146315}" srcOrd="5" destOrd="0" presId="urn:microsoft.com/office/officeart/2008/layout/LinedList"/>
    <dgm:cxn modelId="{382FF1B8-3A4E-4E3C-9DB6-B86BD1DD434A}" type="presParOf" srcId="{C4419946-3B2F-4727-96A3-B1B768146315}" destId="{93EF75CC-1FB0-45CD-9C5A-405086533018}" srcOrd="0" destOrd="0" presId="urn:microsoft.com/office/officeart/2008/layout/LinedList"/>
    <dgm:cxn modelId="{1EB3C67B-9C95-4F27-B903-2A3158A650A5}" type="presParOf" srcId="{C4419946-3B2F-4727-96A3-B1B768146315}" destId="{0DA32B7B-3B39-4B21-8DF2-27F31453C7D6}" srcOrd="1" destOrd="0" presId="urn:microsoft.com/office/officeart/2008/layout/LinedList"/>
    <dgm:cxn modelId="{10F5A662-9409-4172-8B09-10EE51E9876A}" type="presParOf" srcId="{D29B5FA0-840B-46B4-901B-8660EC88D10F}" destId="{034270B2-5B70-4E3B-B1C6-60D0E8671E28}" srcOrd="6" destOrd="0" presId="urn:microsoft.com/office/officeart/2008/layout/LinedList"/>
    <dgm:cxn modelId="{694B8F89-3FE6-49F4-9D41-FF27A521E5AF}" type="presParOf" srcId="{D29B5FA0-840B-46B4-901B-8660EC88D10F}" destId="{71200786-919E-44B0-9D56-B413B3AA3A5E}" srcOrd="7" destOrd="0" presId="urn:microsoft.com/office/officeart/2008/layout/LinedList"/>
    <dgm:cxn modelId="{36B713B5-A1DB-4D9B-800C-A2808A0FDDB6}" type="presParOf" srcId="{71200786-919E-44B0-9D56-B413B3AA3A5E}" destId="{FE7AA4C4-195B-4D90-8B58-CD212AD92A65}" srcOrd="0" destOrd="0" presId="urn:microsoft.com/office/officeart/2008/layout/LinedList"/>
    <dgm:cxn modelId="{2A58F78E-823F-4D8D-A453-51AE14E9EAFE}" type="presParOf" srcId="{71200786-919E-44B0-9D56-B413B3AA3A5E}" destId="{E2F908F9-E529-498B-84D7-89EFDBA31A69}" srcOrd="1" destOrd="0" presId="urn:microsoft.com/office/officeart/2008/layout/LinedList"/>
    <dgm:cxn modelId="{E2E9C0DA-1CD6-42DD-BA28-A6B1026F001D}" type="presParOf" srcId="{D29B5FA0-840B-46B4-901B-8660EC88D10F}" destId="{58194DE3-AF81-44A6-BEDA-155A7573A9E4}" srcOrd="8" destOrd="0" presId="urn:microsoft.com/office/officeart/2008/layout/LinedList"/>
    <dgm:cxn modelId="{2C75A8D8-CB6B-458F-80BA-C3BBA8F024B5}" type="presParOf" srcId="{D29B5FA0-840B-46B4-901B-8660EC88D10F}" destId="{1DC38944-D9D9-4649-8695-76854705707A}" srcOrd="9" destOrd="0" presId="urn:microsoft.com/office/officeart/2008/layout/LinedList"/>
    <dgm:cxn modelId="{9F06F018-B43D-4733-82AD-030C293613E1}" type="presParOf" srcId="{1DC38944-D9D9-4649-8695-76854705707A}" destId="{1B3484AD-D143-4A0D-8210-F42DA4F34B28}" srcOrd="0" destOrd="0" presId="urn:microsoft.com/office/officeart/2008/layout/LinedList"/>
    <dgm:cxn modelId="{7AC7CCBE-9676-4F03-B58D-3E892E80E8EF}" type="presParOf" srcId="{1DC38944-D9D9-4649-8695-76854705707A}" destId="{D34624B8-A1AA-4498-A840-82B8A96194E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29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C2FF279-28AF-4C68-831A-63AC1A7C890F}" type="doc">
      <dgm:prSet loTypeId="urn:microsoft.com/office/officeart/2008/layout/LinedLis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4A44CD4-1AC5-429D-9C72-C4AD54C07DC4}">
      <dgm:prSet/>
      <dgm:spPr/>
      <dgm:t>
        <a:bodyPr/>
        <a:lstStyle/>
        <a:p>
          <a:r>
            <a:rPr lang="en-IN" dirty="0"/>
            <a:t>📱 </a:t>
          </a:r>
          <a:r>
            <a:rPr lang="en-IN" b="1" dirty="0"/>
            <a:t>Social Media</a:t>
          </a:r>
          <a:endParaRPr lang="en-IN" dirty="0"/>
        </a:p>
      </dgm:t>
    </dgm:pt>
    <dgm:pt modelId="{C1799CB0-F3AD-42F6-882C-DC865A764E11}" type="parTrans" cxnId="{BD79BA60-525A-4F7F-ABE0-5D4D0AC553E0}">
      <dgm:prSet/>
      <dgm:spPr/>
      <dgm:t>
        <a:bodyPr/>
        <a:lstStyle/>
        <a:p>
          <a:endParaRPr lang="en-IN"/>
        </a:p>
      </dgm:t>
    </dgm:pt>
    <dgm:pt modelId="{05C5A96E-59C3-4918-B8D0-F7F3963E89BA}" type="sibTrans" cxnId="{BD79BA60-525A-4F7F-ABE0-5D4D0AC553E0}">
      <dgm:prSet/>
      <dgm:spPr/>
      <dgm:t>
        <a:bodyPr/>
        <a:lstStyle/>
        <a:p>
          <a:endParaRPr lang="en-IN"/>
        </a:p>
      </dgm:t>
    </dgm:pt>
    <dgm:pt modelId="{0E4ACB37-C803-40AB-BB19-12B9FEA3E86D}">
      <dgm:prSet/>
      <dgm:spPr/>
      <dgm:t>
        <a:bodyPr/>
        <a:lstStyle/>
        <a:p>
          <a:r>
            <a:rPr lang="en-IN"/>
            <a:t>User profiles </a:t>
          </a:r>
        </a:p>
      </dgm:t>
    </dgm:pt>
    <dgm:pt modelId="{8635CE79-B94B-4179-B361-746ECE82D73F}" type="parTrans" cxnId="{A2D037BF-15B3-4091-85B0-338E45AF65D8}">
      <dgm:prSet/>
      <dgm:spPr/>
      <dgm:t>
        <a:bodyPr/>
        <a:lstStyle/>
        <a:p>
          <a:endParaRPr lang="en-IN"/>
        </a:p>
      </dgm:t>
    </dgm:pt>
    <dgm:pt modelId="{7CFD1449-D8E2-4888-80C1-E3388309E92D}" type="sibTrans" cxnId="{A2D037BF-15B3-4091-85B0-338E45AF65D8}">
      <dgm:prSet/>
      <dgm:spPr/>
      <dgm:t>
        <a:bodyPr/>
        <a:lstStyle/>
        <a:p>
          <a:endParaRPr lang="en-IN"/>
        </a:p>
      </dgm:t>
    </dgm:pt>
    <dgm:pt modelId="{19E71A1C-13E4-4BDB-BD9C-797140AF4731}">
      <dgm:prSet/>
      <dgm:spPr/>
      <dgm:t>
        <a:bodyPr/>
        <a:lstStyle/>
        <a:p>
          <a:r>
            <a:rPr lang="en-IN"/>
            <a:t>Posts </a:t>
          </a:r>
        </a:p>
      </dgm:t>
    </dgm:pt>
    <dgm:pt modelId="{F865E62D-C5BC-44F1-A00A-D82CBCDCA614}" type="parTrans" cxnId="{93737623-C3AE-4D7D-85FC-EA42F9C3D46A}">
      <dgm:prSet/>
      <dgm:spPr/>
      <dgm:t>
        <a:bodyPr/>
        <a:lstStyle/>
        <a:p>
          <a:endParaRPr lang="en-IN"/>
        </a:p>
      </dgm:t>
    </dgm:pt>
    <dgm:pt modelId="{B870D9FD-A380-49CB-8CF5-83136B04E073}" type="sibTrans" cxnId="{93737623-C3AE-4D7D-85FC-EA42F9C3D46A}">
      <dgm:prSet/>
      <dgm:spPr/>
      <dgm:t>
        <a:bodyPr/>
        <a:lstStyle/>
        <a:p>
          <a:endParaRPr lang="en-IN"/>
        </a:p>
      </dgm:t>
    </dgm:pt>
    <dgm:pt modelId="{1CCD53DB-0E46-4962-B06E-28CC0E400B6E}">
      <dgm:prSet/>
      <dgm:spPr/>
      <dgm:t>
        <a:bodyPr/>
        <a:lstStyle/>
        <a:p>
          <a:r>
            <a:rPr lang="en-IN"/>
            <a:t>Comments </a:t>
          </a:r>
        </a:p>
      </dgm:t>
    </dgm:pt>
    <dgm:pt modelId="{5E935ACE-B385-4E7B-BFE9-27E98C7E7928}" type="parTrans" cxnId="{6B4EE281-1096-436A-BA55-AD11D907A8EA}">
      <dgm:prSet/>
      <dgm:spPr/>
      <dgm:t>
        <a:bodyPr/>
        <a:lstStyle/>
        <a:p>
          <a:endParaRPr lang="en-IN"/>
        </a:p>
      </dgm:t>
    </dgm:pt>
    <dgm:pt modelId="{E2DEB6EB-6F10-43D8-B900-3BCF3B98E75F}" type="sibTrans" cxnId="{6B4EE281-1096-436A-BA55-AD11D907A8EA}">
      <dgm:prSet/>
      <dgm:spPr/>
      <dgm:t>
        <a:bodyPr/>
        <a:lstStyle/>
        <a:p>
          <a:endParaRPr lang="en-IN"/>
        </a:p>
      </dgm:t>
    </dgm:pt>
    <dgm:pt modelId="{7F8B88FF-BD6E-491F-B998-F6F6ECDAC25E}">
      <dgm:prSet/>
      <dgm:spPr/>
      <dgm:t>
        <a:bodyPr/>
        <a:lstStyle/>
        <a:p>
          <a:r>
            <a:rPr lang="en-IN"/>
            <a:t>Friend lists</a:t>
          </a:r>
        </a:p>
      </dgm:t>
    </dgm:pt>
    <dgm:pt modelId="{794BB09C-2177-4314-8346-2BB63121427B}" type="parTrans" cxnId="{7DD41D92-98A3-4FA7-A3D7-E3776599224C}">
      <dgm:prSet/>
      <dgm:spPr/>
      <dgm:t>
        <a:bodyPr/>
        <a:lstStyle/>
        <a:p>
          <a:endParaRPr lang="en-IN"/>
        </a:p>
      </dgm:t>
    </dgm:pt>
    <dgm:pt modelId="{481329DE-62FE-4A91-B003-F9EA2CAD0F31}" type="sibTrans" cxnId="{7DD41D92-98A3-4FA7-A3D7-E3776599224C}">
      <dgm:prSet/>
      <dgm:spPr/>
      <dgm:t>
        <a:bodyPr/>
        <a:lstStyle/>
        <a:p>
          <a:endParaRPr lang="en-IN"/>
        </a:p>
      </dgm:t>
    </dgm:pt>
    <dgm:pt modelId="{5BF0CAB3-9B2A-4658-9E18-A7FC4B8036A7}" type="pres">
      <dgm:prSet presAssocID="{3C2FF279-28AF-4C68-831A-63AC1A7C890F}" presName="vert0" presStyleCnt="0">
        <dgm:presLayoutVars>
          <dgm:dir/>
          <dgm:animOne val="branch"/>
          <dgm:animLvl val="lvl"/>
        </dgm:presLayoutVars>
      </dgm:prSet>
      <dgm:spPr/>
    </dgm:pt>
    <dgm:pt modelId="{213D67C1-D981-4841-BA10-8E41618BED72}" type="pres">
      <dgm:prSet presAssocID="{44A44CD4-1AC5-429D-9C72-C4AD54C07DC4}" presName="thickLine" presStyleLbl="alignNode1" presStyleIdx="0" presStyleCnt="5"/>
      <dgm:spPr/>
    </dgm:pt>
    <dgm:pt modelId="{C7024020-9D07-4D60-A7FF-C2ECA2E90204}" type="pres">
      <dgm:prSet presAssocID="{44A44CD4-1AC5-429D-9C72-C4AD54C07DC4}" presName="horz1" presStyleCnt="0"/>
      <dgm:spPr/>
    </dgm:pt>
    <dgm:pt modelId="{26654EC5-7589-45D3-B830-2CDD673A2F76}" type="pres">
      <dgm:prSet presAssocID="{44A44CD4-1AC5-429D-9C72-C4AD54C07DC4}" presName="tx1" presStyleLbl="revTx" presStyleIdx="0" presStyleCnt="5"/>
      <dgm:spPr/>
    </dgm:pt>
    <dgm:pt modelId="{1A38904F-5BB0-4C87-A72A-BAE8C4B2E9B9}" type="pres">
      <dgm:prSet presAssocID="{44A44CD4-1AC5-429D-9C72-C4AD54C07DC4}" presName="vert1" presStyleCnt="0"/>
      <dgm:spPr/>
    </dgm:pt>
    <dgm:pt modelId="{D66406BF-3A53-4148-B579-E2B9840D721A}" type="pres">
      <dgm:prSet presAssocID="{0E4ACB37-C803-40AB-BB19-12B9FEA3E86D}" presName="thickLine" presStyleLbl="alignNode1" presStyleIdx="1" presStyleCnt="5"/>
      <dgm:spPr/>
    </dgm:pt>
    <dgm:pt modelId="{F7EBD023-282A-4414-84C6-6F178EA69A72}" type="pres">
      <dgm:prSet presAssocID="{0E4ACB37-C803-40AB-BB19-12B9FEA3E86D}" presName="horz1" presStyleCnt="0"/>
      <dgm:spPr/>
    </dgm:pt>
    <dgm:pt modelId="{8D277361-3621-4CD6-9B23-CBDADA3E4F1A}" type="pres">
      <dgm:prSet presAssocID="{0E4ACB37-C803-40AB-BB19-12B9FEA3E86D}" presName="tx1" presStyleLbl="revTx" presStyleIdx="1" presStyleCnt="5"/>
      <dgm:spPr/>
    </dgm:pt>
    <dgm:pt modelId="{A61D7F58-4FBE-442E-AF9E-4223127227E4}" type="pres">
      <dgm:prSet presAssocID="{0E4ACB37-C803-40AB-BB19-12B9FEA3E86D}" presName="vert1" presStyleCnt="0"/>
      <dgm:spPr/>
    </dgm:pt>
    <dgm:pt modelId="{9F62DD30-23BD-42CF-A263-CD712D505BBB}" type="pres">
      <dgm:prSet presAssocID="{19E71A1C-13E4-4BDB-BD9C-797140AF4731}" presName="thickLine" presStyleLbl="alignNode1" presStyleIdx="2" presStyleCnt="5"/>
      <dgm:spPr/>
    </dgm:pt>
    <dgm:pt modelId="{F3FEBD53-9A51-445F-A305-BBDD83533515}" type="pres">
      <dgm:prSet presAssocID="{19E71A1C-13E4-4BDB-BD9C-797140AF4731}" presName="horz1" presStyleCnt="0"/>
      <dgm:spPr/>
    </dgm:pt>
    <dgm:pt modelId="{D30F85E8-D4AE-4D9F-A487-55AA61F17050}" type="pres">
      <dgm:prSet presAssocID="{19E71A1C-13E4-4BDB-BD9C-797140AF4731}" presName="tx1" presStyleLbl="revTx" presStyleIdx="2" presStyleCnt="5"/>
      <dgm:spPr/>
    </dgm:pt>
    <dgm:pt modelId="{96C6287F-71F3-47A7-AC4B-037C2CD320DB}" type="pres">
      <dgm:prSet presAssocID="{19E71A1C-13E4-4BDB-BD9C-797140AF4731}" presName="vert1" presStyleCnt="0"/>
      <dgm:spPr/>
    </dgm:pt>
    <dgm:pt modelId="{40226CF5-A195-4E6F-8B49-AA3E8AAEB8D5}" type="pres">
      <dgm:prSet presAssocID="{1CCD53DB-0E46-4962-B06E-28CC0E400B6E}" presName="thickLine" presStyleLbl="alignNode1" presStyleIdx="3" presStyleCnt="5"/>
      <dgm:spPr/>
    </dgm:pt>
    <dgm:pt modelId="{B17FA70D-2EC8-4245-ABF5-39A74B13FEB4}" type="pres">
      <dgm:prSet presAssocID="{1CCD53DB-0E46-4962-B06E-28CC0E400B6E}" presName="horz1" presStyleCnt="0"/>
      <dgm:spPr/>
    </dgm:pt>
    <dgm:pt modelId="{75D597BF-E7DE-41E3-B32A-F548B5011D80}" type="pres">
      <dgm:prSet presAssocID="{1CCD53DB-0E46-4962-B06E-28CC0E400B6E}" presName="tx1" presStyleLbl="revTx" presStyleIdx="3" presStyleCnt="5"/>
      <dgm:spPr/>
    </dgm:pt>
    <dgm:pt modelId="{2A2F3487-5F68-454A-A2F6-386A108BCEC1}" type="pres">
      <dgm:prSet presAssocID="{1CCD53DB-0E46-4962-B06E-28CC0E400B6E}" presName="vert1" presStyleCnt="0"/>
      <dgm:spPr/>
    </dgm:pt>
    <dgm:pt modelId="{E5244E79-408A-45EA-894B-5DF2B5D1005E}" type="pres">
      <dgm:prSet presAssocID="{7F8B88FF-BD6E-491F-B998-F6F6ECDAC25E}" presName="thickLine" presStyleLbl="alignNode1" presStyleIdx="4" presStyleCnt="5"/>
      <dgm:spPr/>
    </dgm:pt>
    <dgm:pt modelId="{ED00D1F1-13BA-4501-84D2-C195E78CA469}" type="pres">
      <dgm:prSet presAssocID="{7F8B88FF-BD6E-491F-B998-F6F6ECDAC25E}" presName="horz1" presStyleCnt="0"/>
      <dgm:spPr/>
    </dgm:pt>
    <dgm:pt modelId="{32A6BC27-FC37-4A01-88FB-6ED8EC0CD314}" type="pres">
      <dgm:prSet presAssocID="{7F8B88FF-BD6E-491F-B998-F6F6ECDAC25E}" presName="tx1" presStyleLbl="revTx" presStyleIdx="4" presStyleCnt="5"/>
      <dgm:spPr/>
    </dgm:pt>
    <dgm:pt modelId="{0F4756EC-F5C5-409C-8E21-0D47586102A6}" type="pres">
      <dgm:prSet presAssocID="{7F8B88FF-BD6E-491F-B998-F6F6ECDAC25E}" presName="vert1" presStyleCnt="0"/>
      <dgm:spPr/>
    </dgm:pt>
  </dgm:ptLst>
  <dgm:cxnLst>
    <dgm:cxn modelId="{93737623-C3AE-4D7D-85FC-EA42F9C3D46A}" srcId="{3C2FF279-28AF-4C68-831A-63AC1A7C890F}" destId="{19E71A1C-13E4-4BDB-BD9C-797140AF4731}" srcOrd="2" destOrd="0" parTransId="{F865E62D-C5BC-44F1-A00A-D82CBCDCA614}" sibTransId="{B870D9FD-A380-49CB-8CF5-83136B04E073}"/>
    <dgm:cxn modelId="{813C3E26-75DD-4C9E-ADD7-170211CAEEFB}" type="presOf" srcId="{1CCD53DB-0E46-4962-B06E-28CC0E400B6E}" destId="{75D597BF-E7DE-41E3-B32A-F548B5011D80}" srcOrd="0" destOrd="0" presId="urn:microsoft.com/office/officeart/2008/layout/LinedList"/>
    <dgm:cxn modelId="{BD79BA60-525A-4F7F-ABE0-5D4D0AC553E0}" srcId="{3C2FF279-28AF-4C68-831A-63AC1A7C890F}" destId="{44A44CD4-1AC5-429D-9C72-C4AD54C07DC4}" srcOrd="0" destOrd="0" parTransId="{C1799CB0-F3AD-42F6-882C-DC865A764E11}" sibTransId="{05C5A96E-59C3-4918-B8D0-F7F3963E89BA}"/>
    <dgm:cxn modelId="{032AFA73-926C-4BEB-A511-089B65D92808}" type="presOf" srcId="{19E71A1C-13E4-4BDB-BD9C-797140AF4731}" destId="{D30F85E8-D4AE-4D9F-A487-55AA61F17050}" srcOrd="0" destOrd="0" presId="urn:microsoft.com/office/officeart/2008/layout/LinedList"/>
    <dgm:cxn modelId="{6B4EE281-1096-436A-BA55-AD11D907A8EA}" srcId="{3C2FF279-28AF-4C68-831A-63AC1A7C890F}" destId="{1CCD53DB-0E46-4962-B06E-28CC0E400B6E}" srcOrd="3" destOrd="0" parTransId="{5E935ACE-B385-4E7B-BFE9-27E98C7E7928}" sibTransId="{E2DEB6EB-6F10-43D8-B900-3BCF3B98E75F}"/>
    <dgm:cxn modelId="{EF9EDD82-7D63-4769-8747-61987FA1A3A1}" type="presOf" srcId="{3C2FF279-28AF-4C68-831A-63AC1A7C890F}" destId="{5BF0CAB3-9B2A-4658-9E18-A7FC4B8036A7}" srcOrd="0" destOrd="0" presId="urn:microsoft.com/office/officeart/2008/layout/LinedList"/>
    <dgm:cxn modelId="{D1D7B984-595E-44E4-959C-67282E4C249B}" type="presOf" srcId="{44A44CD4-1AC5-429D-9C72-C4AD54C07DC4}" destId="{26654EC5-7589-45D3-B830-2CDD673A2F76}" srcOrd="0" destOrd="0" presId="urn:microsoft.com/office/officeart/2008/layout/LinedList"/>
    <dgm:cxn modelId="{37C2E890-E3A3-4A6A-9A2D-6ED19E2120FC}" type="presOf" srcId="{7F8B88FF-BD6E-491F-B998-F6F6ECDAC25E}" destId="{32A6BC27-FC37-4A01-88FB-6ED8EC0CD314}" srcOrd="0" destOrd="0" presId="urn:microsoft.com/office/officeart/2008/layout/LinedList"/>
    <dgm:cxn modelId="{7DD41D92-98A3-4FA7-A3D7-E3776599224C}" srcId="{3C2FF279-28AF-4C68-831A-63AC1A7C890F}" destId="{7F8B88FF-BD6E-491F-B998-F6F6ECDAC25E}" srcOrd="4" destOrd="0" parTransId="{794BB09C-2177-4314-8346-2BB63121427B}" sibTransId="{481329DE-62FE-4A91-B003-F9EA2CAD0F31}"/>
    <dgm:cxn modelId="{A2D037BF-15B3-4091-85B0-338E45AF65D8}" srcId="{3C2FF279-28AF-4C68-831A-63AC1A7C890F}" destId="{0E4ACB37-C803-40AB-BB19-12B9FEA3E86D}" srcOrd="1" destOrd="0" parTransId="{8635CE79-B94B-4179-B361-746ECE82D73F}" sibTransId="{7CFD1449-D8E2-4888-80C1-E3388309E92D}"/>
    <dgm:cxn modelId="{7F12EBEC-4D9A-4E95-8326-0692B85CC2F7}" type="presOf" srcId="{0E4ACB37-C803-40AB-BB19-12B9FEA3E86D}" destId="{8D277361-3621-4CD6-9B23-CBDADA3E4F1A}" srcOrd="0" destOrd="0" presId="urn:microsoft.com/office/officeart/2008/layout/LinedList"/>
    <dgm:cxn modelId="{E60CC03D-09D3-4BE1-A118-039FCD118536}" type="presParOf" srcId="{5BF0CAB3-9B2A-4658-9E18-A7FC4B8036A7}" destId="{213D67C1-D981-4841-BA10-8E41618BED72}" srcOrd="0" destOrd="0" presId="urn:microsoft.com/office/officeart/2008/layout/LinedList"/>
    <dgm:cxn modelId="{CF8AE4DE-D060-4F11-93FC-5B09C586E64B}" type="presParOf" srcId="{5BF0CAB3-9B2A-4658-9E18-A7FC4B8036A7}" destId="{C7024020-9D07-4D60-A7FF-C2ECA2E90204}" srcOrd="1" destOrd="0" presId="urn:microsoft.com/office/officeart/2008/layout/LinedList"/>
    <dgm:cxn modelId="{6B0C9DBE-9314-41B9-ACB9-15A13C73806D}" type="presParOf" srcId="{C7024020-9D07-4D60-A7FF-C2ECA2E90204}" destId="{26654EC5-7589-45D3-B830-2CDD673A2F76}" srcOrd="0" destOrd="0" presId="urn:microsoft.com/office/officeart/2008/layout/LinedList"/>
    <dgm:cxn modelId="{01735DAA-F6E1-4D9B-A76D-4EBB70487114}" type="presParOf" srcId="{C7024020-9D07-4D60-A7FF-C2ECA2E90204}" destId="{1A38904F-5BB0-4C87-A72A-BAE8C4B2E9B9}" srcOrd="1" destOrd="0" presId="urn:microsoft.com/office/officeart/2008/layout/LinedList"/>
    <dgm:cxn modelId="{97083DD5-224A-4303-B503-B5C4619E8926}" type="presParOf" srcId="{5BF0CAB3-9B2A-4658-9E18-A7FC4B8036A7}" destId="{D66406BF-3A53-4148-B579-E2B9840D721A}" srcOrd="2" destOrd="0" presId="urn:microsoft.com/office/officeart/2008/layout/LinedList"/>
    <dgm:cxn modelId="{05288591-AB1C-43AC-A13A-1D9408B8D3DA}" type="presParOf" srcId="{5BF0CAB3-9B2A-4658-9E18-A7FC4B8036A7}" destId="{F7EBD023-282A-4414-84C6-6F178EA69A72}" srcOrd="3" destOrd="0" presId="urn:microsoft.com/office/officeart/2008/layout/LinedList"/>
    <dgm:cxn modelId="{83D041F3-E3B7-442B-994B-E4B917BA0505}" type="presParOf" srcId="{F7EBD023-282A-4414-84C6-6F178EA69A72}" destId="{8D277361-3621-4CD6-9B23-CBDADA3E4F1A}" srcOrd="0" destOrd="0" presId="urn:microsoft.com/office/officeart/2008/layout/LinedList"/>
    <dgm:cxn modelId="{2BE13FF4-77C3-4061-9E85-2D20B675FF22}" type="presParOf" srcId="{F7EBD023-282A-4414-84C6-6F178EA69A72}" destId="{A61D7F58-4FBE-442E-AF9E-4223127227E4}" srcOrd="1" destOrd="0" presId="urn:microsoft.com/office/officeart/2008/layout/LinedList"/>
    <dgm:cxn modelId="{A3666AF1-1488-4E44-BCFD-C5907F05F7C1}" type="presParOf" srcId="{5BF0CAB3-9B2A-4658-9E18-A7FC4B8036A7}" destId="{9F62DD30-23BD-42CF-A263-CD712D505BBB}" srcOrd="4" destOrd="0" presId="urn:microsoft.com/office/officeart/2008/layout/LinedList"/>
    <dgm:cxn modelId="{C5930833-056E-44A3-80C7-036795F96651}" type="presParOf" srcId="{5BF0CAB3-9B2A-4658-9E18-A7FC4B8036A7}" destId="{F3FEBD53-9A51-445F-A305-BBDD83533515}" srcOrd="5" destOrd="0" presId="urn:microsoft.com/office/officeart/2008/layout/LinedList"/>
    <dgm:cxn modelId="{1B0DC78D-EF83-4CAD-9684-9560D978E9E1}" type="presParOf" srcId="{F3FEBD53-9A51-445F-A305-BBDD83533515}" destId="{D30F85E8-D4AE-4D9F-A487-55AA61F17050}" srcOrd="0" destOrd="0" presId="urn:microsoft.com/office/officeart/2008/layout/LinedList"/>
    <dgm:cxn modelId="{5A06533D-39CD-4C8D-82D2-843B0B955354}" type="presParOf" srcId="{F3FEBD53-9A51-445F-A305-BBDD83533515}" destId="{96C6287F-71F3-47A7-AC4B-037C2CD320DB}" srcOrd="1" destOrd="0" presId="urn:microsoft.com/office/officeart/2008/layout/LinedList"/>
    <dgm:cxn modelId="{0CFE344C-0BE2-4278-A1E6-1F8FB1E5F1F6}" type="presParOf" srcId="{5BF0CAB3-9B2A-4658-9E18-A7FC4B8036A7}" destId="{40226CF5-A195-4E6F-8B49-AA3E8AAEB8D5}" srcOrd="6" destOrd="0" presId="urn:microsoft.com/office/officeart/2008/layout/LinedList"/>
    <dgm:cxn modelId="{5DCCB107-8F36-4FE3-B4B0-9B4A12EA54F6}" type="presParOf" srcId="{5BF0CAB3-9B2A-4658-9E18-A7FC4B8036A7}" destId="{B17FA70D-2EC8-4245-ABF5-39A74B13FEB4}" srcOrd="7" destOrd="0" presId="urn:microsoft.com/office/officeart/2008/layout/LinedList"/>
    <dgm:cxn modelId="{A2786AFC-4E05-4D83-96AA-93E50D30BB01}" type="presParOf" srcId="{B17FA70D-2EC8-4245-ABF5-39A74B13FEB4}" destId="{75D597BF-E7DE-41E3-B32A-F548B5011D80}" srcOrd="0" destOrd="0" presId="urn:microsoft.com/office/officeart/2008/layout/LinedList"/>
    <dgm:cxn modelId="{81C9DA06-FAA5-4C9F-8273-2609C9E70FA1}" type="presParOf" srcId="{B17FA70D-2EC8-4245-ABF5-39A74B13FEB4}" destId="{2A2F3487-5F68-454A-A2F6-386A108BCEC1}" srcOrd="1" destOrd="0" presId="urn:microsoft.com/office/officeart/2008/layout/LinedList"/>
    <dgm:cxn modelId="{75A28578-3CE5-4335-AD21-FEE3C8129B51}" type="presParOf" srcId="{5BF0CAB3-9B2A-4658-9E18-A7FC4B8036A7}" destId="{E5244E79-408A-45EA-894B-5DF2B5D1005E}" srcOrd="8" destOrd="0" presId="urn:microsoft.com/office/officeart/2008/layout/LinedList"/>
    <dgm:cxn modelId="{9C01CFCF-C105-48E2-A8A0-627F8DCFD43B}" type="presParOf" srcId="{5BF0CAB3-9B2A-4658-9E18-A7FC4B8036A7}" destId="{ED00D1F1-13BA-4501-84D2-C195E78CA469}" srcOrd="9" destOrd="0" presId="urn:microsoft.com/office/officeart/2008/layout/LinedList"/>
    <dgm:cxn modelId="{1C18A33D-FAEB-4576-A2A0-BA6FE1EAC18F}" type="presParOf" srcId="{ED00D1F1-13BA-4501-84D2-C195E78CA469}" destId="{32A6BC27-FC37-4A01-88FB-6ED8EC0CD314}" srcOrd="0" destOrd="0" presId="urn:microsoft.com/office/officeart/2008/layout/LinedList"/>
    <dgm:cxn modelId="{6CA4B384-AAAD-41F2-85B3-26E550C998AE}" type="presParOf" srcId="{ED00D1F1-13BA-4501-84D2-C195E78CA469}" destId="{0F4756EC-F5C5-409C-8E21-0D47586102A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34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E26C53C-131A-4175-8BD1-57F0A2B151B7}" type="doc">
      <dgm:prSet loTypeId="urn:microsoft.com/office/officeart/2024/layout/NumberedLinearArrow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3B0E137-1415-4FE2-AD39-CD45B553E745}">
      <dgm:prSet/>
      <dgm:spPr/>
      <dgm:t>
        <a:bodyPr/>
        <a:lstStyle/>
        <a:p>
          <a:r>
            <a:rPr lang="en-IN" b="1" dirty="0"/>
            <a:t>Customer logs into the shopping website</a:t>
          </a:r>
        </a:p>
      </dgm:t>
    </dgm:pt>
    <dgm:pt modelId="{50C425E6-ECDC-4310-B64E-3C99BCA60F7F}" type="parTrans" cxnId="{12CC8981-75F6-40B5-A1EC-0D328AE5E042}">
      <dgm:prSet/>
      <dgm:spPr/>
      <dgm:t>
        <a:bodyPr/>
        <a:lstStyle/>
        <a:p>
          <a:endParaRPr lang="en-IN"/>
        </a:p>
      </dgm:t>
    </dgm:pt>
    <dgm:pt modelId="{339C464C-999C-4013-A683-ABF451770280}" type="sibTrans" cxnId="{12CC8981-75F6-40B5-A1EC-0D328AE5E042}">
      <dgm:prSet phldrT="1" phldr="0"/>
      <dgm:spPr/>
      <dgm:t>
        <a:bodyPr/>
        <a:lstStyle/>
        <a:p>
          <a:r>
            <a:rPr lang="en-IN"/>
            <a:t>1</a:t>
          </a:r>
        </a:p>
      </dgm:t>
    </dgm:pt>
    <dgm:pt modelId="{738416EB-9D2A-4C90-A7B5-F5DAEAF45B71}">
      <dgm:prSet custT="1"/>
      <dgm:spPr/>
      <dgm:t>
        <a:bodyPr/>
        <a:lstStyle/>
        <a:p>
          <a:r>
            <a:rPr lang="en-IN" sz="1200" b="1" dirty="0"/>
            <a:t>Customer searches for a product</a:t>
          </a:r>
        </a:p>
      </dgm:t>
    </dgm:pt>
    <dgm:pt modelId="{FD9B27D7-EB04-4A69-BD29-20AB050405EA}" type="parTrans" cxnId="{DC8F09DA-BF18-4FB6-9572-440D177E36EB}">
      <dgm:prSet/>
      <dgm:spPr/>
      <dgm:t>
        <a:bodyPr/>
        <a:lstStyle/>
        <a:p>
          <a:endParaRPr lang="en-IN"/>
        </a:p>
      </dgm:t>
    </dgm:pt>
    <dgm:pt modelId="{4C700AAD-7485-4B38-9521-DE38182E5C0A}" type="sibTrans" cxnId="{DC8F09DA-BF18-4FB6-9572-440D177E36EB}">
      <dgm:prSet phldrT="2" phldr="0"/>
      <dgm:spPr/>
      <dgm:t>
        <a:bodyPr/>
        <a:lstStyle/>
        <a:p>
          <a:r>
            <a:rPr lang="en-IN"/>
            <a:t>2</a:t>
          </a:r>
        </a:p>
      </dgm:t>
    </dgm:pt>
    <dgm:pt modelId="{339B9834-4B85-4863-87E1-F196936EBFE6}">
      <dgm:prSet/>
      <dgm:spPr/>
      <dgm:t>
        <a:bodyPr/>
        <a:lstStyle/>
        <a:p>
          <a:r>
            <a:rPr lang="en-IN" b="1" dirty="0"/>
            <a:t>The DBMS checks the database for:</a:t>
          </a:r>
        </a:p>
        <a:p>
          <a:r>
            <a:rPr lang="en-IN" dirty="0"/>
            <a:t>Product availability </a:t>
          </a:r>
        </a:p>
        <a:p>
          <a:r>
            <a:rPr lang="en-IN" dirty="0"/>
            <a:t>Price </a:t>
          </a:r>
        </a:p>
        <a:p>
          <a:r>
            <a:rPr lang="en-IN" dirty="0"/>
            <a:t>Stock Seller details</a:t>
          </a:r>
        </a:p>
        <a:p>
          <a:endParaRPr lang="en-IN" dirty="0"/>
        </a:p>
      </dgm:t>
    </dgm:pt>
    <dgm:pt modelId="{D1121E25-D3CD-4803-B112-49855C2CE753}" type="parTrans" cxnId="{8C1B3698-A9D1-443F-A87B-8DB557051DAD}">
      <dgm:prSet/>
      <dgm:spPr/>
      <dgm:t>
        <a:bodyPr/>
        <a:lstStyle/>
        <a:p>
          <a:endParaRPr lang="en-IN"/>
        </a:p>
      </dgm:t>
    </dgm:pt>
    <dgm:pt modelId="{7F3C1ABC-7FC3-4EAF-B109-936C4D950F68}" type="sibTrans" cxnId="{8C1B3698-A9D1-443F-A87B-8DB557051DAD}">
      <dgm:prSet phldrT="3" phldr="0"/>
      <dgm:spPr/>
      <dgm:t>
        <a:bodyPr/>
        <a:lstStyle/>
        <a:p>
          <a:r>
            <a:rPr lang="en-IN"/>
            <a:t>3</a:t>
          </a:r>
        </a:p>
      </dgm:t>
    </dgm:pt>
    <dgm:pt modelId="{F25732C8-BD69-4B05-904B-80E2E8A193DF}">
      <dgm:prSet/>
      <dgm:spPr/>
      <dgm:t>
        <a:bodyPr/>
        <a:lstStyle/>
        <a:p>
          <a:r>
            <a:rPr lang="en-IN" b="1" dirty="0"/>
            <a:t>The database stores:</a:t>
          </a:r>
        </a:p>
        <a:p>
          <a:r>
            <a:rPr lang="en-IN" dirty="0"/>
            <a:t>Customer details</a:t>
          </a:r>
        </a:p>
        <a:p>
          <a:r>
            <a:rPr lang="en-IN" dirty="0"/>
            <a:t>Product details</a:t>
          </a:r>
        </a:p>
        <a:p>
          <a:r>
            <a:rPr lang="en-IN" dirty="0"/>
            <a:t> Payment information</a:t>
          </a:r>
        </a:p>
        <a:p>
          <a:r>
            <a:rPr lang="en-IN" dirty="0"/>
            <a:t> Delivery address</a:t>
          </a:r>
        </a:p>
        <a:p>
          <a:r>
            <a:rPr lang="en-IN" dirty="0"/>
            <a:t> Order status</a:t>
          </a:r>
        </a:p>
      </dgm:t>
    </dgm:pt>
    <dgm:pt modelId="{AF98E71A-5E71-43B2-8697-7C479C035A06}" type="parTrans" cxnId="{C9F48727-B319-4F41-9560-C278B983A261}">
      <dgm:prSet/>
      <dgm:spPr/>
      <dgm:t>
        <a:bodyPr/>
        <a:lstStyle/>
        <a:p>
          <a:endParaRPr lang="en-IN"/>
        </a:p>
      </dgm:t>
    </dgm:pt>
    <dgm:pt modelId="{83930922-361B-41E4-B445-CA583AF2DC70}" type="sibTrans" cxnId="{C9F48727-B319-4F41-9560-C278B983A261}">
      <dgm:prSet phldrT="5" phldr="0"/>
      <dgm:spPr/>
      <dgm:t>
        <a:bodyPr/>
        <a:lstStyle/>
        <a:p>
          <a:r>
            <a:rPr lang="en-IN"/>
            <a:t>5</a:t>
          </a:r>
        </a:p>
      </dgm:t>
    </dgm:pt>
    <dgm:pt modelId="{7E2A0FF7-20D2-4B56-85DE-DFF6A2FE994D}">
      <dgm:prSet/>
      <dgm:spPr/>
      <dgm:t>
        <a:bodyPr/>
        <a:lstStyle/>
        <a:p>
          <a:r>
            <a:rPr lang="en-IN" b="1" dirty="0"/>
            <a:t>Customer receives:</a:t>
          </a:r>
        </a:p>
        <a:p>
          <a:r>
            <a:rPr lang="en-IN" dirty="0"/>
            <a:t>Order confirmation </a:t>
          </a:r>
        </a:p>
        <a:p>
          <a:r>
            <a:rPr lang="en-IN" dirty="0"/>
            <a:t>Invoice </a:t>
          </a:r>
        </a:p>
        <a:p>
          <a:r>
            <a:rPr lang="en-IN" dirty="0"/>
            <a:t>Tracking details</a:t>
          </a:r>
        </a:p>
      </dgm:t>
    </dgm:pt>
    <dgm:pt modelId="{2E61E8DD-2AFC-469D-A59F-9502E175587A}" type="parTrans" cxnId="{112A7A24-4D92-4E7C-B763-51809C01A392}">
      <dgm:prSet/>
      <dgm:spPr/>
      <dgm:t>
        <a:bodyPr/>
        <a:lstStyle/>
        <a:p>
          <a:endParaRPr lang="en-IN"/>
        </a:p>
      </dgm:t>
    </dgm:pt>
    <dgm:pt modelId="{93AB908C-6767-4E3E-88D4-4DE0EF25CB80}" type="sibTrans" cxnId="{112A7A24-4D92-4E7C-B763-51809C01A392}">
      <dgm:prSet phldrT="6" phldr="0"/>
      <dgm:spPr/>
      <dgm:t>
        <a:bodyPr/>
        <a:lstStyle/>
        <a:p>
          <a:r>
            <a:rPr lang="en-IN"/>
            <a:t>6</a:t>
          </a:r>
        </a:p>
      </dgm:t>
    </dgm:pt>
    <dgm:pt modelId="{87278AF7-9495-4853-AB7E-341EFBFFF2D3}">
      <dgm:prSet/>
      <dgm:spPr/>
      <dgm:t>
        <a:bodyPr/>
        <a:lstStyle/>
        <a:p>
          <a:r>
            <a:rPr lang="en-IN" b="1" dirty="0"/>
            <a:t>Customer places the order</a:t>
          </a:r>
        </a:p>
      </dgm:t>
    </dgm:pt>
    <dgm:pt modelId="{9FD8032C-887B-48BB-AC63-E17EBB69CAB7}" type="parTrans" cxnId="{FB4DB441-9830-4F0E-82A9-26B987E441D9}">
      <dgm:prSet/>
      <dgm:spPr/>
      <dgm:t>
        <a:bodyPr/>
        <a:lstStyle/>
        <a:p>
          <a:endParaRPr lang="en-IN"/>
        </a:p>
      </dgm:t>
    </dgm:pt>
    <dgm:pt modelId="{D877A6D8-65E4-4F2D-959B-CE0CCE6681E1}" type="sibTrans" cxnId="{FB4DB441-9830-4F0E-82A9-26B987E441D9}">
      <dgm:prSet phldrT="4" phldr="0"/>
      <dgm:spPr/>
      <dgm:t>
        <a:bodyPr/>
        <a:lstStyle/>
        <a:p>
          <a:r>
            <a:rPr lang="en-IN"/>
            <a:t>4</a:t>
          </a:r>
        </a:p>
      </dgm:t>
    </dgm:pt>
    <dgm:pt modelId="{1733D332-EA6F-482D-A292-B2A1B8428275}" type="pres">
      <dgm:prSet presAssocID="{8E26C53C-131A-4175-8BD1-57F0A2B151B7}" presName="linearFlow" presStyleCnt="0">
        <dgm:presLayoutVars>
          <dgm:dir/>
          <dgm:animLvl val="lvl"/>
          <dgm:resizeHandles val="exact"/>
        </dgm:presLayoutVars>
      </dgm:prSet>
      <dgm:spPr/>
    </dgm:pt>
    <dgm:pt modelId="{6C8F66D0-14BB-4B9C-8D8A-E4768538F137}" type="pres">
      <dgm:prSet presAssocID="{B3B0E137-1415-4FE2-AD39-CD45B553E745}" presName="compositeNode" presStyleCnt="0"/>
      <dgm:spPr/>
    </dgm:pt>
    <dgm:pt modelId="{D267BF11-748D-4FE0-8A3C-40367AB65EA8}" type="pres">
      <dgm:prSet presAssocID="{B3B0E137-1415-4FE2-AD39-CD45B553E745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CA7E3969-E920-45D4-A5A8-1C1EF167005D}" type="pres">
      <dgm:prSet presAssocID="{B3B0E137-1415-4FE2-AD39-CD45B553E745}" presName="parSh" presStyleCnt="0"/>
      <dgm:spPr/>
    </dgm:pt>
    <dgm:pt modelId="{F51A996C-FD90-412A-A228-39BFEA81EEE9}" type="pres">
      <dgm:prSet presAssocID="{B3B0E137-1415-4FE2-AD39-CD45B553E745}" presName="lineNode" presStyleLbl="alignNode1" presStyleIdx="0" presStyleCnt="18"/>
      <dgm:spPr/>
    </dgm:pt>
    <dgm:pt modelId="{DD8D377D-56C7-4CB2-A25B-3FBB88661E16}" type="pres">
      <dgm:prSet presAssocID="{B3B0E137-1415-4FE2-AD39-CD45B553E745}" presName="lineArrowNode" presStyleLbl="alignNode1" presStyleIdx="1" presStyleCnt="18"/>
      <dgm:spPr/>
    </dgm:pt>
    <dgm:pt modelId="{EC1C18E5-75BB-47A7-B8F4-6AECA9BFAE54}" type="pres">
      <dgm:prSet presAssocID="{339C464C-999C-4013-A683-ABF451770280}" presName="sibTransNodeCircle" presStyleLbl="alignNode1" presStyleIdx="2" presStyleCnt="18">
        <dgm:presLayoutVars>
          <dgm:chMax val="0"/>
          <dgm:bulletEnabled/>
        </dgm:presLayoutVars>
      </dgm:prSet>
      <dgm:spPr/>
    </dgm:pt>
    <dgm:pt modelId="{62C685B5-D4D0-4471-A164-90A3161250FB}" type="pres">
      <dgm:prSet presAssocID="{339C464C-999C-4013-A683-ABF451770280}" presName="spacerBetweenCircleAndCallout" presStyleCnt="0">
        <dgm:presLayoutVars/>
      </dgm:prSet>
      <dgm:spPr/>
    </dgm:pt>
    <dgm:pt modelId="{676D34DD-F610-46E7-AD59-0DF39A2BFE69}" type="pres">
      <dgm:prSet presAssocID="{339C464C-999C-4013-A683-ABF451770280}" presName="verticalConnector" presStyleLbl="alignAccFollowNode1" presStyleIdx="0" presStyleCnt="6"/>
      <dgm:spPr/>
    </dgm:pt>
    <dgm:pt modelId="{FB10F3D2-8BA5-4346-A535-4FE1F5328D84}" type="pres">
      <dgm:prSet presAssocID="{B3B0E137-1415-4FE2-AD39-CD45B553E745}" presName="nodeText" presStyleLbl="fgAcc1" presStyleIdx="0" presStyleCnt="6">
        <dgm:presLayoutVars>
          <dgm:bulletEnabled val="1"/>
        </dgm:presLayoutVars>
      </dgm:prSet>
      <dgm:spPr/>
    </dgm:pt>
    <dgm:pt modelId="{EE53186A-C875-4ED3-B2F2-96A3B57A2BF7}" type="pres">
      <dgm:prSet presAssocID="{339C464C-999C-4013-A683-ABF451770280}" presName="sibTransComposite" presStyleCnt="0"/>
      <dgm:spPr/>
    </dgm:pt>
    <dgm:pt modelId="{E7515A24-273C-417C-AD01-EF9017718A7B}" type="pres">
      <dgm:prSet presAssocID="{738416EB-9D2A-4C90-A7B5-F5DAEAF45B71}" presName="compositeNode" presStyleCnt="0"/>
      <dgm:spPr/>
    </dgm:pt>
    <dgm:pt modelId="{D38ACC9E-9BE8-4F41-A13E-CD366BCBBB66}" type="pres">
      <dgm:prSet presAssocID="{738416EB-9D2A-4C90-A7B5-F5DAEAF45B71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A05D39C6-16AD-47F0-A0C5-E09BD4A6F341}" type="pres">
      <dgm:prSet presAssocID="{738416EB-9D2A-4C90-A7B5-F5DAEAF45B71}" presName="parSh" presStyleCnt="0"/>
      <dgm:spPr/>
    </dgm:pt>
    <dgm:pt modelId="{97F9A257-6E64-4280-82A4-D626C4737294}" type="pres">
      <dgm:prSet presAssocID="{738416EB-9D2A-4C90-A7B5-F5DAEAF45B71}" presName="lineNode" presStyleLbl="alignNode1" presStyleIdx="3" presStyleCnt="18"/>
      <dgm:spPr/>
    </dgm:pt>
    <dgm:pt modelId="{C9CD1985-C6A7-4E3D-ACB8-03AAB11B139B}" type="pres">
      <dgm:prSet presAssocID="{738416EB-9D2A-4C90-A7B5-F5DAEAF45B71}" presName="lineArrowNode" presStyleLbl="alignNode1" presStyleIdx="4" presStyleCnt="18"/>
      <dgm:spPr/>
    </dgm:pt>
    <dgm:pt modelId="{32851002-FD69-4C71-BD3E-F4FCD47D62D7}" type="pres">
      <dgm:prSet presAssocID="{4C700AAD-7485-4B38-9521-DE38182E5C0A}" presName="sibTransNodeCircle" presStyleLbl="alignNode1" presStyleIdx="5" presStyleCnt="18">
        <dgm:presLayoutVars>
          <dgm:chMax val="0"/>
          <dgm:bulletEnabled/>
        </dgm:presLayoutVars>
      </dgm:prSet>
      <dgm:spPr/>
    </dgm:pt>
    <dgm:pt modelId="{15BFF4B9-A98B-492B-8709-D573AD0F428B}" type="pres">
      <dgm:prSet presAssocID="{4C700AAD-7485-4B38-9521-DE38182E5C0A}" presName="spacerBetweenCircleAndCallout" presStyleCnt="0">
        <dgm:presLayoutVars/>
      </dgm:prSet>
      <dgm:spPr/>
    </dgm:pt>
    <dgm:pt modelId="{14ADB80B-8DDD-4C94-80FA-BF9A1F45C7C7}" type="pres">
      <dgm:prSet presAssocID="{4C700AAD-7485-4B38-9521-DE38182E5C0A}" presName="verticalConnector" presStyleLbl="alignAccFollowNode1" presStyleIdx="1" presStyleCnt="6"/>
      <dgm:spPr/>
    </dgm:pt>
    <dgm:pt modelId="{1B515786-23D8-4864-850C-3FB2CA8A90C4}" type="pres">
      <dgm:prSet presAssocID="{738416EB-9D2A-4C90-A7B5-F5DAEAF45B71}" presName="nodeText" presStyleLbl="fgAcc1" presStyleIdx="1" presStyleCnt="6">
        <dgm:presLayoutVars>
          <dgm:bulletEnabled val="1"/>
        </dgm:presLayoutVars>
      </dgm:prSet>
      <dgm:spPr/>
    </dgm:pt>
    <dgm:pt modelId="{98AAFFA8-6693-4DFA-89DB-6902E6F8DBC7}" type="pres">
      <dgm:prSet presAssocID="{4C700AAD-7485-4B38-9521-DE38182E5C0A}" presName="sibTransComposite" presStyleCnt="0"/>
      <dgm:spPr/>
    </dgm:pt>
    <dgm:pt modelId="{D5E6AD78-E2BD-406A-841B-67B33BBD7B8A}" type="pres">
      <dgm:prSet presAssocID="{339B9834-4B85-4863-87E1-F196936EBFE6}" presName="compositeNode" presStyleCnt="0"/>
      <dgm:spPr/>
    </dgm:pt>
    <dgm:pt modelId="{BD827669-5420-49DD-9681-F87EE3FA7D4C}" type="pres">
      <dgm:prSet presAssocID="{339B9834-4B85-4863-87E1-F196936EBFE6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AE490D8A-14C1-496D-90AC-50C912B3313D}" type="pres">
      <dgm:prSet presAssocID="{339B9834-4B85-4863-87E1-F196936EBFE6}" presName="parSh" presStyleCnt="0"/>
      <dgm:spPr/>
    </dgm:pt>
    <dgm:pt modelId="{8353C9BF-DBBA-4D8D-8A42-D6596074B2BE}" type="pres">
      <dgm:prSet presAssocID="{339B9834-4B85-4863-87E1-F196936EBFE6}" presName="lineNode" presStyleLbl="alignNode1" presStyleIdx="6" presStyleCnt="18"/>
      <dgm:spPr/>
    </dgm:pt>
    <dgm:pt modelId="{09540057-7BE8-42C7-BA0D-D10B7BB76A29}" type="pres">
      <dgm:prSet presAssocID="{339B9834-4B85-4863-87E1-F196936EBFE6}" presName="lineArrowNode" presStyleLbl="alignNode1" presStyleIdx="7" presStyleCnt="18"/>
      <dgm:spPr/>
    </dgm:pt>
    <dgm:pt modelId="{F0AB1DDF-7F16-49F8-8C98-A1F6ED795C31}" type="pres">
      <dgm:prSet presAssocID="{7F3C1ABC-7FC3-4EAF-B109-936C4D950F68}" presName="sibTransNodeCircle" presStyleLbl="alignNode1" presStyleIdx="8" presStyleCnt="18">
        <dgm:presLayoutVars>
          <dgm:chMax val="0"/>
          <dgm:bulletEnabled/>
        </dgm:presLayoutVars>
      </dgm:prSet>
      <dgm:spPr/>
    </dgm:pt>
    <dgm:pt modelId="{2F31475E-7901-4CD3-8F69-C53C5B7BFFA2}" type="pres">
      <dgm:prSet presAssocID="{7F3C1ABC-7FC3-4EAF-B109-936C4D950F68}" presName="spacerBetweenCircleAndCallout" presStyleCnt="0">
        <dgm:presLayoutVars/>
      </dgm:prSet>
      <dgm:spPr/>
    </dgm:pt>
    <dgm:pt modelId="{41B9D366-3F5A-4E06-A404-30A98EA3D215}" type="pres">
      <dgm:prSet presAssocID="{7F3C1ABC-7FC3-4EAF-B109-936C4D950F68}" presName="verticalConnector" presStyleLbl="alignAccFollowNode1" presStyleIdx="2" presStyleCnt="6"/>
      <dgm:spPr/>
    </dgm:pt>
    <dgm:pt modelId="{BF4B7173-8A47-406C-BC6E-3853AB094E97}" type="pres">
      <dgm:prSet presAssocID="{339B9834-4B85-4863-87E1-F196936EBFE6}" presName="nodeText" presStyleLbl="fgAcc1" presStyleIdx="2" presStyleCnt="6">
        <dgm:presLayoutVars>
          <dgm:bulletEnabled val="1"/>
        </dgm:presLayoutVars>
      </dgm:prSet>
      <dgm:spPr/>
    </dgm:pt>
    <dgm:pt modelId="{83583429-86DB-4DAB-BB0E-A8B58C87C479}" type="pres">
      <dgm:prSet presAssocID="{7F3C1ABC-7FC3-4EAF-B109-936C4D950F68}" presName="sibTransComposite" presStyleCnt="0"/>
      <dgm:spPr/>
    </dgm:pt>
    <dgm:pt modelId="{5136C8DB-D259-48C5-9740-117198A5AC6F}" type="pres">
      <dgm:prSet presAssocID="{87278AF7-9495-4853-AB7E-341EFBFFF2D3}" presName="compositeNode" presStyleCnt="0"/>
      <dgm:spPr/>
    </dgm:pt>
    <dgm:pt modelId="{6C736BBB-28AD-4C6C-B9D2-AECD5DD083B6}" type="pres">
      <dgm:prSet presAssocID="{87278AF7-9495-4853-AB7E-341EFBFFF2D3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B1DAD073-2DA2-414F-94A3-1BE6E8753060}" type="pres">
      <dgm:prSet presAssocID="{87278AF7-9495-4853-AB7E-341EFBFFF2D3}" presName="parSh" presStyleCnt="0"/>
      <dgm:spPr/>
    </dgm:pt>
    <dgm:pt modelId="{767ED522-364B-4883-AF9B-AE8EFCEC30A3}" type="pres">
      <dgm:prSet presAssocID="{87278AF7-9495-4853-AB7E-341EFBFFF2D3}" presName="lineNode" presStyleLbl="alignNode1" presStyleIdx="9" presStyleCnt="18"/>
      <dgm:spPr/>
    </dgm:pt>
    <dgm:pt modelId="{8CEB0E2B-5BC9-4CB5-9201-45882FDD8B7E}" type="pres">
      <dgm:prSet presAssocID="{87278AF7-9495-4853-AB7E-341EFBFFF2D3}" presName="lineArrowNode" presStyleLbl="alignNode1" presStyleIdx="10" presStyleCnt="18"/>
      <dgm:spPr/>
    </dgm:pt>
    <dgm:pt modelId="{0249AA31-50DF-450C-864E-F204ED9A25B4}" type="pres">
      <dgm:prSet presAssocID="{D877A6D8-65E4-4F2D-959B-CE0CCE6681E1}" presName="sibTransNodeCircle" presStyleLbl="alignNode1" presStyleIdx="11" presStyleCnt="18">
        <dgm:presLayoutVars>
          <dgm:chMax val="0"/>
          <dgm:bulletEnabled/>
        </dgm:presLayoutVars>
      </dgm:prSet>
      <dgm:spPr/>
    </dgm:pt>
    <dgm:pt modelId="{2F395915-E134-487C-8B77-6048FE0F8376}" type="pres">
      <dgm:prSet presAssocID="{D877A6D8-65E4-4F2D-959B-CE0CCE6681E1}" presName="spacerBetweenCircleAndCallout" presStyleCnt="0">
        <dgm:presLayoutVars/>
      </dgm:prSet>
      <dgm:spPr/>
    </dgm:pt>
    <dgm:pt modelId="{EF4F025B-2C00-4E60-9590-9F88D97A52E5}" type="pres">
      <dgm:prSet presAssocID="{D877A6D8-65E4-4F2D-959B-CE0CCE6681E1}" presName="verticalConnector" presStyleLbl="alignAccFollowNode1" presStyleIdx="3" presStyleCnt="6"/>
      <dgm:spPr/>
    </dgm:pt>
    <dgm:pt modelId="{D90DE139-D573-41CD-B638-F14060F24D0C}" type="pres">
      <dgm:prSet presAssocID="{87278AF7-9495-4853-AB7E-341EFBFFF2D3}" presName="nodeText" presStyleLbl="fgAcc1" presStyleIdx="3" presStyleCnt="6">
        <dgm:presLayoutVars>
          <dgm:bulletEnabled val="1"/>
        </dgm:presLayoutVars>
      </dgm:prSet>
      <dgm:spPr/>
    </dgm:pt>
    <dgm:pt modelId="{9983E20E-75C0-4BEA-8284-6983DAD89F80}" type="pres">
      <dgm:prSet presAssocID="{D877A6D8-65E4-4F2D-959B-CE0CCE6681E1}" presName="sibTransComposite" presStyleCnt="0"/>
      <dgm:spPr/>
    </dgm:pt>
    <dgm:pt modelId="{E95E1A2D-BFAB-401A-94CA-C98851DE34D2}" type="pres">
      <dgm:prSet presAssocID="{F25732C8-BD69-4B05-904B-80E2E8A193DF}" presName="compositeNode" presStyleCnt="0"/>
      <dgm:spPr/>
    </dgm:pt>
    <dgm:pt modelId="{FAD94000-BC5B-449F-8159-E5DDD36ED3F6}" type="pres">
      <dgm:prSet presAssocID="{F25732C8-BD69-4B05-904B-80E2E8A193D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A81A7324-7E8D-4F96-913D-583B083D324E}" type="pres">
      <dgm:prSet presAssocID="{F25732C8-BD69-4B05-904B-80E2E8A193DF}" presName="parSh" presStyleCnt="0"/>
      <dgm:spPr/>
    </dgm:pt>
    <dgm:pt modelId="{E9DED34F-FE96-42EF-A0EA-DEE4E63BCDC5}" type="pres">
      <dgm:prSet presAssocID="{F25732C8-BD69-4B05-904B-80E2E8A193DF}" presName="lineNode" presStyleLbl="alignNode1" presStyleIdx="12" presStyleCnt="18"/>
      <dgm:spPr/>
    </dgm:pt>
    <dgm:pt modelId="{16E10571-C90F-45FC-9269-38FC2B968436}" type="pres">
      <dgm:prSet presAssocID="{F25732C8-BD69-4B05-904B-80E2E8A193DF}" presName="lineArrowNode" presStyleLbl="alignNode1" presStyleIdx="13" presStyleCnt="18"/>
      <dgm:spPr/>
    </dgm:pt>
    <dgm:pt modelId="{9FCFFB06-8857-4202-B6CB-719F30C59BF3}" type="pres">
      <dgm:prSet presAssocID="{83930922-361B-41E4-B445-CA583AF2DC70}" presName="sibTransNodeCircle" presStyleLbl="alignNode1" presStyleIdx="14" presStyleCnt="18">
        <dgm:presLayoutVars>
          <dgm:chMax val="0"/>
          <dgm:bulletEnabled/>
        </dgm:presLayoutVars>
      </dgm:prSet>
      <dgm:spPr/>
    </dgm:pt>
    <dgm:pt modelId="{6CDBEE58-94B1-4F2D-80B0-E27C031E9E2E}" type="pres">
      <dgm:prSet presAssocID="{83930922-361B-41E4-B445-CA583AF2DC70}" presName="spacerBetweenCircleAndCallout" presStyleCnt="0">
        <dgm:presLayoutVars/>
      </dgm:prSet>
      <dgm:spPr/>
    </dgm:pt>
    <dgm:pt modelId="{A6DBF968-B2EA-4858-B971-C1A22902FD10}" type="pres">
      <dgm:prSet presAssocID="{83930922-361B-41E4-B445-CA583AF2DC70}" presName="verticalConnector" presStyleLbl="alignAccFollowNode1" presStyleIdx="4" presStyleCnt="6"/>
      <dgm:spPr/>
    </dgm:pt>
    <dgm:pt modelId="{06A94299-1976-4A12-9344-29A66D86E16C}" type="pres">
      <dgm:prSet presAssocID="{F25732C8-BD69-4B05-904B-80E2E8A193DF}" presName="nodeText" presStyleLbl="fgAcc1" presStyleIdx="4" presStyleCnt="6">
        <dgm:presLayoutVars>
          <dgm:bulletEnabled val="1"/>
        </dgm:presLayoutVars>
      </dgm:prSet>
      <dgm:spPr/>
    </dgm:pt>
    <dgm:pt modelId="{9B0CA194-4D90-442A-9EF9-00473742C40A}" type="pres">
      <dgm:prSet presAssocID="{83930922-361B-41E4-B445-CA583AF2DC70}" presName="sibTransComposite" presStyleCnt="0"/>
      <dgm:spPr/>
    </dgm:pt>
    <dgm:pt modelId="{1C8BF3D4-E76D-4C1A-9277-3063690C9D02}" type="pres">
      <dgm:prSet presAssocID="{7E2A0FF7-20D2-4B56-85DE-DFF6A2FE994D}" presName="compositeNode" presStyleCnt="0"/>
      <dgm:spPr/>
    </dgm:pt>
    <dgm:pt modelId="{12538FEC-A942-4C78-A0AD-4A2C4EB3FCB0}" type="pres">
      <dgm:prSet presAssocID="{7E2A0FF7-20D2-4B56-85DE-DFF6A2FE994D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7EE24022-9C87-4F14-8677-0FE61C4B4CAA}" type="pres">
      <dgm:prSet presAssocID="{7E2A0FF7-20D2-4B56-85DE-DFF6A2FE994D}" presName="parSh" presStyleCnt="0"/>
      <dgm:spPr/>
    </dgm:pt>
    <dgm:pt modelId="{C10B42F9-C21A-4B78-955F-2D01B986F293}" type="pres">
      <dgm:prSet presAssocID="{7E2A0FF7-20D2-4B56-85DE-DFF6A2FE994D}" presName="lineNode" presStyleLbl="alignNode1" presStyleIdx="15" presStyleCnt="18"/>
      <dgm:spPr/>
    </dgm:pt>
    <dgm:pt modelId="{067F588B-0250-4B98-AFD5-8097718ECA63}" type="pres">
      <dgm:prSet presAssocID="{7E2A0FF7-20D2-4B56-85DE-DFF6A2FE994D}" presName="lineArrowNode" presStyleLbl="alignNode1" presStyleIdx="16" presStyleCnt="18"/>
      <dgm:spPr/>
    </dgm:pt>
    <dgm:pt modelId="{484C5FED-7402-47C5-9FAA-452D75C45106}" type="pres">
      <dgm:prSet presAssocID="{93AB908C-6767-4E3E-88D4-4DE0EF25CB80}" presName="sibTransNodeCircle" presStyleLbl="alignNode1" presStyleIdx="17" presStyleCnt="18">
        <dgm:presLayoutVars>
          <dgm:chMax val="0"/>
          <dgm:bulletEnabled/>
        </dgm:presLayoutVars>
      </dgm:prSet>
      <dgm:spPr/>
    </dgm:pt>
    <dgm:pt modelId="{3F71D624-B0C6-4FC8-A1A6-81D24670D9AA}" type="pres">
      <dgm:prSet presAssocID="{93AB908C-6767-4E3E-88D4-4DE0EF25CB80}" presName="spacerBetweenCircleAndCallout" presStyleCnt="0">
        <dgm:presLayoutVars/>
      </dgm:prSet>
      <dgm:spPr/>
    </dgm:pt>
    <dgm:pt modelId="{9FD1A614-42CD-4A3E-A080-2E4CEA1D0880}" type="pres">
      <dgm:prSet presAssocID="{93AB908C-6767-4E3E-88D4-4DE0EF25CB80}" presName="verticalConnector" presStyleLbl="alignAccFollowNode1" presStyleIdx="5" presStyleCnt="6"/>
      <dgm:spPr/>
    </dgm:pt>
    <dgm:pt modelId="{A10E7420-8B52-46E9-B2F8-D10834696610}" type="pres">
      <dgm:prSet presAssocID="{7E2A0FF7-20D2-4B56-85DE-DFF6A2FE994D}" presName="nodeText" presStyleLbl="fgAcc1" presStyleIdx="5" presStyleCnt="6">
        <dgm:presLayoutVars>
          <dgm:bulletEnabled val="1"/>
        </dgm:presLayoutVars>
      </dgm:prSet>
      <dgm:spPr/>
    </dgm:pt>
  </dgm:ptLst>
  <dgm:cxnLst>
    <dgm:cxn modelId="{5FE1E10C-7B9E-4F0A-B928-81FF71072E71}" type="presOf" srcId="{D877A6D8-65E4-4F2D-959B-CE0CCE6681E1}" destId="{0249AA31-50DF-450C-864E-F204ED9A25B4}" srcOrd="0" destOrd="0" presId="urn:microsoft.com/office/officeart/2024/layout/NumberedLinearArrowProcess"/>
    <dgm:cxn modelId="{62B54213-DA28-4694-8FA4-AF2FC6845F34}" type="presOf" srcId="{339B9834-4B85-4863-87E1-F196936EBFE6}" destId="{09540057-7BE8-42C7-BA0D-D10B7BB76A29}" srcOrd="0" destOrd="0" presId="urn:microsoft.com/office/officeart/2024/layout/NumberedLinearArrowProcess"/>
    <dgm:cxn modelId="{04A7BC20-CC65-4F25-8FEF-451130F6B5BF}" type="presOf" srcId="{738416EB-9D2A-4C90-A7B5-F5DAEAF45B71}" destId="{C9CD1985-C6A7-4E3D-ACB8-03AAB11B139B}" srcOrd="0" destOrd="0" presId="urn:microsoft.com/office/officeart/2024/layout/NumberedLinearArrowProcess"/>
    <dgm:cxn modelId="{5446AA22-A5C2-416F-BD65-630C2144CC41}" type="presOf" srcId="{7F3C1ABC-7FC3-4EAF-B109-936C4D950F68}" destId="{F0AB1DDF-7F16-49F8-8C98-A1F6ED795C31}" srcOrd="0" destOrd="0" presId="urn:microsoft.com/office/officeart/2024/layout/NumberedLinearArrowProcess"/>
    <dgm:cxn modelId="{112A7A24-4D92-4E7C-B763-51809C01A392}" srcId="{8E26C53C-131A-4175-8BD1-57F0A2B151B7}" destId="{7E2A0FF7-20D2-4B56-85DE-DFF6A2FE994D}" srcOrd="5" destOrd="0" parTransId="{2E61E8DD-2AFC-469D-A59F-9502E175587A}" sibTransId="{93AB908C-6767-4E3E-88D4-4DE0EF25CB80}"/>
    <dgm:cxn modelId="{AACDBC24-2501-4F77-BBA3-84538F865142}" type="presOf" srcId="{738416EB-9D2A-4C90-A7B5-F5DAEAF45B71}" destId="{1B515786-23D8-4864-850C-3FB2CA8A90C4}" srcOrd="1" destOrd="0" presId="urn:microsoft.com/office/officeart/2024/layout/NumberedLinearArrowProcess"/>
    <dgm:cxn modelId="{C9F48727-B319-4F41-9560-C278B983A261}" srcId="{8E26C53C-131A-4175-8BD1-57F0A2B151B7}" destId="{F25732C8-BD69-4B05-904B-80E2E8A193DF}" srcOrd="4" destOrd="0" parTransId="{AF98E71A-5E71-43B2-8697-7C479C035A06}" sibTransId="{83930922-361B-41E4-B445-CA583AF2DC70}"/>
    <dgm:cxn modelId="{065BB528-6D6D-406E-A1EB-BBE522A3C751}" type="presOf" srcId="{87278AF7-9495-4853-AB7E-341EFBFFF2D3}" destId="{D90DE139-D573-41CD-B638-F14060F24D0C}" srcOrd="1" destOrd="0" presId="urn:microsoft.com/office/officeart/2024/layout/NumberedLinearArrowProcess"/>
    <dgm:cxn modelId="{D03BFD2F-47DD-47F6-89DF-8D62677B275A}" type="presOf" srcId="{83930922-361B-41E4-B445-CA583AF2DC70}" destId="{9FCFFB06-8857-4202-B6CB-719F30C59BF3}" srcOrd="0" destOrd="0" presId="urn:microsoft.com/office/officeart/2024/layout/NumberedLinearArrowProcess"/>
    <dgm:cxn modelId="{FC3A693E-DCDB-4AAC-B32F-D94F4083AFCE}" type="presOf" srcId="{8E26C53C-131A-4175-8BD1-57F0A2B151B7}" destId="{1733D332-EA6F-482D-A292-B2A1B8428275}" srcOrd="0" destOrd="0" presId="urn:microsoft.com/office/officeart/2024/layout/NumberedLinearArrowProcess"/>
    <dgm:cxn modelId="{FB4DB441-9830-4F0E-82A9-26B987E441D9}" srcId="{8E26C53C-131A-4175-8BD1-57F0A2B151B7}" destId="{87278AF7-9495-4853-AB7E-341EFBFFF2D3}" srcOrd="3" destOrd="0" parTransId="{9FD8032C-887B-48BB-AC63-E17EBB69CAB7}" sibTransId="{D877A6D8-65E4-4F2D-959B-CE0CCE6681E1}"/>
    <dgm:cxn modelId="{369C3B49-D989-49CD-ACB5-AFBBE640FACD}" type="presOf" srcId="{87278AF7-9495-4853-AB7E-341EFBFFF2D3}" destId="{8CEB0E2B-5BC9-4CB5-9201-45882FDD8B7E}" srcOrd="0" destOrd="0" presId="urn:microsoft.com/office/officeart/2024/layout/NumberedLinearArrowProcess"/>
    <dgm:cxn modelId="{985F1B7F-F495-4724-B1DC-084DBE44B90B}" type="presOf" srcId="{93AB908C-6767-4E3E-88D4-4DE0EF25CB80}" destId="{484C5FED-7402-47C5-9FAA-452D75C45106}" srcOrd="0" destOrd="0" presId="urn:microsoft.com/office/officeart/2024/layout/NumberedLinearArrowProcess"/>
    <dgm:cxn modelId="{12CC8981-75F6-40B5-A1EC-0D328AE5E042}" srcId="{8E26C53C-131A-4175-8BD1-57F0A2B151B7}" destId="{B3B0E137-1415-4FE2-AD39-CD45B553E745}" srcOrd="0" destOrd="0" parTransId="{50C425E6-ECDC-4310-B64E-3C99BCA60F7F}" sibTransId="{339C464C-999C-4013-A683-ABF451770280}"/>
    <dgm:cxn modelId="{A3738486-D988-4CC7-9061-F9E1287CBC7A}" type="presOf" srcId="{339C464C-999C-4013-A683-ABF451770280}" destId="{EC1C18E5-75BB-47A7-B8F4-6AECA9BFAE54}" srcOrd="0" destOrd="0" presId="urn:microsoft.com/office/officeart/2024/layout/NumberedLinearArrowProcess"/>
    <dgm:cxn modelId="{2162E48D-0A19-4702-B240-FE193706F3B2}" type="presOf" srcId="{F25732C8-BD69-4B05-904B-80E2E8A193DF}" destId="{16E10571-C90F-45FC-9269-38FC2B968436}" srcOrd="0" destOrd="0" presId="urn:microsoft.com/office/officeart/2024/layout/NumberedLinearArrowProcess"/>
    <dgm:cxn modelId="{8B93628E-90A8-4863-9E87-0BB77AEB0F74}" type="presOf" srcId="{B3B0E137-1415-4FE2-AD39-CD45B553E745}" destId="{DD8D377D-56C7-4CB2-A25B-3FBB88661E16}" srcOrd="0" destOrd="0" presId="urn:microsoft.com/office/officeart/2024/layout/NumberedLinearArrowProcess"/>
    <dgm:cxn modelId="{8C1B3698-A9D1-443F-A87B-8DB557051DAD}" srcId="{8E26C53C-131A-4175-8BD1-57F0A2B151B7}" destId="{339B9834-4B85-4863-87E1-F196936EBFE6}" srcOrd="2" destOrd="0" parTransId="{D1121E25-D3CD-4803-B112-49855C2CE753}" sibTransId="{7F3C1ABC-7FC3-4EAF-B109-936C4D950F68}"/>
    <dgm:cxn modelId="{C61D189C-EEC1-4FED-B4A4-815B110FE174}" type="presOf" srcId="{339B9834-4B85-4863-87E1-F196936EBFE6}" destId="{BF4B7173-8A47-406C-BC6E-3853AB094E97}" srcOrd="1" destOrd="0" presId="urn:microsoft.com/office/officeart/2024/layout/NumberedLinearArrowProcess"/>
    <dgm:cxn modelId="{FF95A8B4-51AA-4982-A4BF-304569405D98}" type="presOf" srcId="{7E2A0FF7-20D2-4B56-85DE-DFF6A2FE994D}" destId="{A10E7420-8B52-46E9-B2F8-D10834696610}" srcOrd="1" destOrd="0" presId="urn:microsoft.com/office/officeart/2024/layout/NumberedLinearArrowProcess"/>
    <dgm:cxn modelId="{1052D3B7-DFA4-439A-B64E-4C48C8E06B00}" type="presOf" srcId="{4C700AAD-7485-4B38-9521-DE38182E5C0A}" destId="{32851002-FD69-4C71-BD3E-F4FCD47D62D7}" srcOrd="0" destOrd="0" presId="urn:microsoft.com/office/officeart/2024/layout/NumberedLinearArrowProcess"/>
    <dgm:cxn modelId="{715B60C6-7D6A-4E1E-ADD6-589B91D610EE}" type="presOf" srcId="{F25732C8-BD69-4B05-904B-80E2E8A193DF}" destId="{06A94299-1976-4A12-9344-29A66D86E16C}" srcOrd="1" destOrd="0" presId="urn:microsoft.com/office/officeart/2024/layout/NumberedLinearArrowProcess"/>
    <dgm:cxn modelId="{F116BDCF-9C06-4AA0-A1E9-20AB9AE0CAFA}" type="presOf" srcId="{B3B0E137-1415-4FE2-AD39-CD45B553E745}" destId="{FB10F3D2-8BA5-4346-A535-4FE1F5328D84}" srcOrd="1" destOrd="0" presId="urn:microsoft.com/office/officeart/2024/layout/NumberedLinearArrowProcess"/>
    <dgm:cxn modelId="{DC8F09DA-BF18-4FB6-9572-440D177E36EB}" srcId="{8E26C53C-131A-4175-8BD1-57F0A2B151B7}" destId="{738416EB-9D2A-4C90-A7B5-F5DAEAF45B71}" srcOrd="1" destOrd="0" parTransId="{FD9B27D7-EB04-4A69-BD29-20AB050405EA}" sibTransId="{4C700AAD-7485-4B38-9521-DE38182E5C0A}"/>
    <dgm:cxn modelId="{CE39ADE2-154C-47D6-9AC0-CF5A9D9A02D5}" type="presOf" srcId="{7E2A0FF7-20D2-4B56-85DE-DFF6A2FE994D}" destId="{067F588B-0250-4B98-AFD5-8097718ECA63}" srcOrd="0" destOrd="0" presId="urn:microsoft.com/office/officeart/2024/layout/NumberedLinearArrowProcess"/>
    <dgm:cxn modelId="{586296E4-1EC8-4D0D-8D3E-C4F4F7C9E217}" type="presParOf" srcId="{1733D332-EA6F-482D-A292-B2A1B8428275}" destId="{6C8F66D0-14BB-4B9C-8D8A-E4768538F137}" srcOrd="0" destOrd="0" presId="urn:microsoft.com/office/officeart/2024/layout/NumberedLinearArrowProcess"/>
    <dgm:cxn modelId="{773D2CAA-F2C3-4FC4-B960-95F156C80652}" type="presParOf" srcId="{6C8F66D0-14BB-4B9C-8D8A-E4768538F137}" destId="{D267BF11-748D-4FE0-8A3C-40367AB65EA8}" srcOrd="0" destOrd="0" presId="urn:microsoft.com/office/officeart/2024/layout/NumberedLinearArrowProcess"/>
    <dgm:cxn modelId="{D64CAFBA-A223-4A33-A45C-11A0CD0B45AF}" type="presParOf" srcId="{6C8F66D0-14BB-4B9C-8D8A-E4768538F137}" destId="{CA7E3969-E920-45D4-A5A8-1C1EF167005D}" srcOrd="1" destOrd="0" presId="urn:microsoft.com/office/officeart/2024/layout/NumberedLinearArrowProcess"/>
    <dgm:cxn modelId="{334A9568-CB53-4BE5-88D3-94E3DF8DB3D4}" type="presParOf" srcId="{CA7E3969-E920-45D4-A5A8-1C1EF167005D}" destId="{F51A996C-FD90-412A-A228-39BFEA81EEE9}" srcOrd="0" destOrd="0" presId="urn:microsoft.com/office/officeart/2024/layout/NumberedLinearArrowProcess"/>
    <dgm:cxn modelId="{77328D64-1F3C-492C-9DAA-7DC25D5369ED}" type="presParOf" srcId="{CA7E3969-E920-45D4-A5A8-1C1EF167005D}" destId="{DD8D377D-56C7-4CB2-A25B-3FBB88661E16}" srcOrd="1" destOrd="0" presId="urn:microsoft.com/office/officeart/2024/layout/NumberedLinearArrowProcess"/>
    <dgm:cxn modelId="{2D50209F-8C4E-4760-AC49-87F682A8F76D}" type="presParOf" srcId="{CA7E3969-E920-45D4-A5A8-1C1EF167005D}" destId="{EC1C18E5-75BB-47A7-B8F4-6AECA9BFAE54}" srcOrd="2" destOrd="0" presId="urn:microsoft.com/office/officeart/2024/layout/NumberedLinearArrowProcess"/>
    <dgm:cxn modelId="{05872E19-67D7-4E78-A89A-4F42D44A4AEC}" type="presParOf" srcId="{CA7E3969-E920-45D4-A5A8-1C1EF167005D}" destId="{62C685B5-D4D0-4471-A164-90A3161250FB}" srcOrd="3" destOrd="0" presId="urn:microsoft.com/office/officeart/2024/layout/NumberedLinearArrowProcess"/>
    <dgm:cxn modelId="{F857B80D-0B0A-4AF5-A1B0-2677E287A52C}" type="presParOf" srcId="{CA7E3969-E920-45D4-A5A8-1C1EF167005D}" destId="{676D34DD-F610-46E7-AD59-0DF39A2BFE69}" srcOrd="4" destOrd="0" presId="urn:microsoft.com/office/officeart/2024/layout/NumberedLinearArrowProcess"/>
    <dgm:cxn modelId="{6758346C-D547-4599-8AC9-7E8C6B1D4BD3}" type="presParOf" srcId="{6C8F66D0-14BB-4B9C-8D8A-E4768538F137}" destId="{FB10F3D2-8BA5-4346-A535-4FE1F5328D84}" srcOrd="2" destOrd="0" presId="urn:microsoft.com/office/officeart/2024/layout/NumberedLinearArrowProcess"/>
    <dgm:cxn modelId="{9C59A887-8409-472B-B658-F5A18FDCCE63}" type="presParOf" srcId="{1733D332-EA6F-482D-A292-B2A1B8428275}" destId="{EE53186A-C875-4ED3-B2F2-96A3B57A2BF7}" srcOrd="1" destOrd="0" presId="urn:microsoft.com/office/officeart/2024/layout/NumberedLinearArrowProcess"/>
    <dgm:cxn modelId="{50EDEF86-2FD3-4483-974D-4FCB7DBDA578}" type="presParOf" srcId="{1733D332-EA6F-482D-A292-B2A1B8428275}" destId="{E7515A24-273C-417C-AD01-EF9017718A7B}" srcOrd="2" destOrd="0" presId="urn:microsoft.com/office/officeart/2024/layout/NumberedLinearArrowProcess"/>
    <dgm:cxn modelId="{61FF179E-3149-4F33-AEB9-5F7BDE99D2F3}" type="presParOf" srcId="{E7515A24-273C-417C-AD01-EF9017718A7B}" destId="{D38ACC9E-9BE8-4F41-A13E-CD366BCBBB66}" srcOrd="0" destOrd="0" presId="urn:microsoft.com/office/officeart/2024/layout/NumberedLinearArrowProcess"/>
    <dgm:cxn modelId="{10718731-0390-405E-B74A-E5350D0E439E}" type="presParOf" srcId="{E7515A24-273C-417C-AD01-EF9017718A7B}" destId="{A05D39C6-16AD-47F0-A0C5-E09BD4A6F341}" srcOrd="1" destOrd="0" presId="urn:microsoft.com/office/officeart/2024/layout/NumberedLinearArrowProcess"/>
    <dgm:cxn modelId="{E9CD4056-9EBA-4A52-B2D0-F36050D48D27}" type="presParOf" srcId="{A05D39C6-16AD-47F0-A0C5-E09BD4A6F341}" destId="{97F9A257-6E64-4280-82A4-D626C4737294}" srcOrd="0" destOrd="0" presId="urn:microsoft.com/office/officeart/2024/layout/NumberedLinearArrowProcess"/>
    <dgm:cxn modelId="{CBBDAE0D-1C6B-4639-86A7-806DAD9B431A}" type="presParOf" srcId="{A05D39C6-16AD-47F0-A0C5-E09BD4A6F341}" destId="{C9CD1985-C6A7-4E3D-ACB8-03AAB11B139B}" srcOrd="1" destOrd="0" presId="urn:microsoft.com/office/officeart/2024/layout/NumberedLinearArrowProcess"/>
    <dgm:cxn modelId="{3216C44A-7C2C-4CA8-AD0F-6B826FE2DEA2}" type="presParOf" srcId="{A05D39C6-16AD-47F0-A0C5-E09BD4A6F341}" destId="{32851002-FD69-4C71-BD3E-F4FCD47D62D7}" srcOrd="2" destOrd="0" presId="urn:microsoft.com/office/officeart/2024/layout/NumberedLinearArrowProcess"/>
    <dgm:cxn modelId="{ACDB73D4-8DFE-4093-8C83-848452609165}" type="presParOf" srcId="{A05D39C6-16AD-47F0-A0C5-E09BD4A6F341}" destId="{15BFF4B9-A98B-492B-8709-D573AD0F428B}" srcOrd="3" destOrd="0" presId="urn:microsoft.com/office/officeart/2024/layout/NumberedLinearArrowProcess"/>
    <dgm:cxn modelId="{EAF29BD9-B528-4AA2-A0D3-C7EC9F200837}" type="presParOf" srcId="{A05D39C6-16AD-47F0-A0C5-E09BD4A6F341}" destId="{14ADB80B-8DDD-4C94-80FA-BF9A1F45C7C7}" srcOrd="4" destOrd="0" presId="urn:microsoft.com/office/officeart/2024/layout/NumberedLinearArrowProcess"/>
    <dgm:cxn modelId="{060AEB78-EDF7-4191-97A2-148A97528FA1}" type="presParOf" srcId="{E7515A24-273C-417C-AD01-EF9017718A7B}" destId="{1B515786-23D8-4864-850C-3FB2CA8A90C4}" srcOrd="2" destOrd="0" presId="urn:microsoft.com/office/officeart/2024/layout/NumberedLinearArrowProcess"/>
    <dgm:cxn modelId="{27C29852-6214-4E3A-A29E-EFBFBC4C6A39}" type="presParOf" srcId="{1733D332-EA6F-482D-A292-B2A1B8428275}" destId="{98AAFFA8-6693-4DFA-89DB-6902E6F8DBC7}" srcOrd="3" destOrd="0" presId="urn:microsoft.com/office/officeart/2024/layout/NumberedLinearArrowProcess"/>
    <dgm:cxn modelId="{21B25408-BA81-4479-BC6C-E1A34B941A9A}" type="presParOf" srcId="{1733D332-EA6F-482D-A292-B2A1B8428275}" destId="{D5E6AD78-E2BD-406A-841B-67B33BBD7B8A}" srcOrd="4" destOrd="0" presId="urn:microsoft.com/office/officeart/2024/layout/NumberedLinearArrowProcess"/>
    <dgm:cxn modelId="{1CD71640-B892-4BDD-9C71-0387AEF31C44}" type="presParOf" srcId="{D5E6AD78-E2BD-406A-841B-67B33BBD7B8A}" destId="{BD827669-5420-49DD-9681-F87EE3FA7D4C}" srcOrd="0" destOrd="0" presId="urn:microsoft.com/office/officeart/2024/layout/NumberedLinearArrowProcess"/>
    <dgm:cxn modelId="{12142EBE-ABE1-4C54-A371-9BCEA21AD747}" type="presParOf" srcId="{D5E6AD78-E2BD-406A-841B-67B33BBD7B8A}" destId="{AE490D8A-14C1-496D-90AC-50C912B3313D}" srcOrd="1" destOrd="0" presId="urn:microsoft.com/office/officeart/2024/layout/NumberedLinearArrowProcess"/>
    <dgm:cxn modelId="{C44CD9C6-58CF-4B43-9BB9-EAC3F81AEDE8}" type="presParOf" srcId="{AE490D8A-14C1-496D-90AC-50C912B3313D}" destId="{8353C9BF-DBBA-4D8D-8A42-D6596074B2BE}" srcOrd="0" destOrd="0" presId="urn:microsoft.com/office/officeart/2024/layout/NumberedLinearArrowProcess"/>
    <dgm:cxn modelId="{36022856-7303-4323-A403-3C3DF8399A37}" type="presParOf" srcId="{AE490D8A-14C1-496D-90AC-50C912B3313D}" destId="{09540057-7BE8-42C7-BA0D-D10B7BB76A29}" srcOrd="1" destOrd="0" presId="urn:microsoft.com/office/officeart/2024/layout/NumberedLinearArrowProcess"/>
    <dgm:cxn modelId="{C3F350B9-774E-4B75-81DE-E21D324B8C3F}" type="presParOf" srcId="{AE490D8A-14C1-496D-90AC-50C912B3313D}" destId="{F0AB1DDF-7F16-49F8-8C98-A1F6ED795C31}" srcOrd="2" destOrd="0" presId="urn:microsoft.com/office/officeart/2024/layout/NumberedLinearArrowProcess"/>
    <dgm:cxn modelId="{675FB450-AFEA-454C-88AB-54D6026CB3D2}" type="presParOf" srcId="{AE490D8A-14C1-496D-90AC-50C912B3313D}" destId="{2F31475E-7901-4CD3-8F69-C53C5B7BFFA2}" srcOrd="3" destOrd="0" presId="urn:microsoft.com/office/officeart/2024/layout/NumberedLinearArrowProcess"/>
    <dgm:cxn modelId="{5FB41C99-9B69-4A9A-8F1B-C6DEF3BA96FF}" type="presParOf" srcId="{AE490D8A-14C1-496D-90AC-50C912B3313D}" destId="{41B9D366-3F5A-4E06-A404-30A98EA3D215}" srcOrd="4" destOrd="0" presId="urn:microsoft.com/office/officeart/2024/layout/NumberedLinearArrowProcess"/>
    <dgm:cxn modelId="{0BB86217-3A4C-47EE-8772-0BF2282EE758}" type="presParOf" srcId="{D5E6AD78-E2BD-406A-841B-67B33BBD7B8A}" destId="{BF4B7173-8A47-406C-BC6E-3853AB094E97}" srcOrd="2" destOrd="0" presId="urn:microsoft.com/office/officeart/2024/layout/NumberedLinearArrowProcess"/>
    <dgm:cxn modelId="{C339CF35-4A1F-48EF-A50F-F840B5DE44CB}" type="presParOf" srcId="{1733D332-EA6F-482D-A292-B2A1B8428275}" destId="{83583429-86DB-4DAB-BB0E-A8B58C87C479}" srcOrd="5" destOrd="0" presId="urn:microsoft.com/office/officeart/2024/layout/NumberedLinearArrowProcess"/>
    <dgm:cxn modelId="{F26E41DD-E3A3-4B15-8A1D-8CD78DE58A95}" type="presParOf" srcId="{1733D332-EA6F-482D-A292-B2A1B8428275}" destId="{5136C8DB-D259-48C5-9740-117198A5AC6F}" srcOrd="6" destOrd="0" presId="urn:microsoft.com/office/officeart/2024/layout/NumberedLinearArrowProcess"/>
    <dgm:cxn modelId="{AC70F92C-C802-465E-8BD5-86CB4A9B04E4}" type="presParOf" srcId="{5136C8DB-D259-48C5-9740-117198A5AC6F}" destId="{6C736BBB-28AD-4C6C-B9D2-AECD5DD083B6}" srcOrd="0" destOrd="0" presId="urn:microsoft.com/office/officeart/2024/layout/NumberedLinearArrowProcess"/>
    <dgm:cxn modelId="{D145A3E9-BFE2-419C-9AF8-69B41C8E2006}" type="presParOf" srcId="{5136C8DB-D259-48C5-9740-117198A5AC6F}" destId="{B1DAD073-2DA2-414F-94A3-1BE6E8753060}" srcOrd="1" destOrd="0" presId="urn:microsoft.com/office/officeart/2024/layout/NumberedLinearArrowProcess"/>
    <dgm:cxn modelId="{3726AE18-F30D-4224-A3DA-3B9C1667B3A7}" type="presParOf" srcId="{B1DAD073-2DA2-414F-94A3-1BE6E8753060}" destId="{767ED522-364B-4883-AF9B-AE8EFCEC30A3}" srcOrd="0" destOrd="0" presId="urn:microsoft.com/office/officeart/2024/layout/NumberedLinearArrowProcess"/>
    <dgm:cxn modelId="{A9FDB0C5-7A10-4D84-9152-11B6AC00CA99}" type="presParOf" srcId="{B1DAD073-2DA2-414F-94A3-1BE6E8753060}" destId="{8CEB0E2B-5BC9-4CB5-9201-45882FDD8B7E}" srcOrd="1" destOrd="0" presId="urn:microsoft.com/office/officeart/2024/layout/NumberedLinearArrowProcess"/>
    <dgm:cxn modelId="{C1DE97BA-8A37-49B9-B2F5-4E4D0C216BA9}" type="presParOf" srcId="{B1DAD073-2DA2-414F-94A3-1BE6E8753060}" destId="{0249AA31-50DF-450C-864E-F204ED9A25B4}" srcOrd="2" destOrd="0" presId="urn:microsoft.com/office/officeart/2024/layout/NumberedLinearArrowProcess"/>
    <dgm:cxn modelId="{3C02FC5B-6E7E-491E-9DBA-2DECBE8ECDA3}" type="presParOf" srcId="{B1DAD073-2DA2-414F-94A3-1BE6E8753060}" destId="{2F395915-E134-487C-8B77-6048FE0F8376}" srcOrd="3" destOrd="0" presId="urn:microsoft.com/office/officeart/2024/layout/NumberedLinearArrowProcess"/>
    <dgm:cxn modelId="{A9333F25-7202-4FF6-8588-4CFA30BE0910}" type="presParOf" srcId="{B1DAD073-2DA2-414F-94A3-1BE6E8753060}" destId="{EF4F025B-2C00-4E60-9590-9F88D97A52E5}" srcOrd="4" destOrd="0" presId="urn:microsoft.com/office/officeart/2024/layout/NumberedLinearArrowProcess"/>
    <dgm:cxn modelId="{EBF2AD23-BD67-4BD3-8257-58D2512D0AF2}" type="presParOf" srcId="{5136C8DB-D259-48C5-9740-117198A5AC6F}" destId="{D90DE139-D573-41CD-B638-F14060F24D0C}" srcOrd="2" destOrd="0" presId="urn:microsoft.com/office/officeart/2024/layout/NumberedLinearArrowProcess"/>
    <dgm:cxn modelId="{CFCD34FE-8805-4AD1-A33C-FAFCD3704B83}" type="presParOf" srcId="{1733D332-EA6F-482D-A292-B2A1B8428275}" destId="{9983E20E-75C0-4BEA-8284-6983DAD89F80}" srcOrd="7" destOrd="0" presId="urn:microsoft.com/office/officeart/2024/layout/NumberedLinearArrowProcess"/>
    <dgm:cxn modelId="{F9961A9B-364A-47CC-B47B-1DC3CDACCFD9}" type="presParOf" srcId="{1733D332-EA6F-482D-A292-B2A1B8428275}" destId="{E95E1A2D-BFAB-401A-94CA-C98851DE34D2}" srcOrd="8" destOrd="0" presId="urn:microsoft.com/office/officeart/2024/layout/NumberedLinearArrowProcess"/>
    <dgm:cxn modelId="{73C2449A-FB38-4877-8945-F8970EC12C18}" type="presParOf" srcId="{E95E1A2D-BFAB-401A-94CA-C98851DE34D2}" destId="{FAD94000-BC5B-449F-8159-E5DDD36ED3F6}" srcOrd="0" destOrd="0" presId="urn:microsoft.com/office/officeart/2024/layout/NumberedLinearArrowProcess"/>
    <dgm:cxn modelId="{7CBFBF65-71A9-4729-97E8-43B81C5D2D7B}" type="presParOf" srcId="{E95E1A2D-BFAB-401A-94CA-C98851DE34D2}" destId="{A81A7324-7E8D-4F96-913D-583B083D324E}" srcOrd="1" destOrd="0" presId="urn:microsoft.com/office/officeart/2024/layout/NumberedLinearArrowProcess"/>
    <dgm:cxn modelId="{214065DA-3F45-4414-9A90-255D936FDCDA}" type="presParOf" srcId="{A81A7324-7E8D-4F96-913D-583B083D324E}" destId="{E9DED34F-FE96-42EF-A0EA-DEE4E63BCDC5}" srcOrd="0" destOrd="0" presId="urn:microsoft.com/office/officeart/2024/layout/NumberedLinearArrowProcess"/>
    <dgm:cxn modelId="{0E0B4467-F1F1-49EE-BE5F-06FE306540ED}" type="presParOf" srcId="{A81A7324-7E8D-4F96-913D-583B083D324E}" destId="{16E10571-C90F-45FC-9269-38FC2B968436}" srcOrd="1" destOrd="0" presId="urn:microsoft.com/office/officeart/2024/layout/NumberedLinearArrowProcess"/>
    <dgm:cxn modelId="{00CA319B-9E4E-4DD1-8115-00BF069504FB}" type="presParOf" srcId="{A81A7324-7E8D-4F96-913D-583B083D324E}" destId="{9FCFFB06-8857-4202-B6CB-719F30C59BF3}" srcOrd="2" destOrd="0" presId="urn:microsoft.com/office/officeart/2024/layout/NumberedLinearArrowProcess"/>
    <dgm:cxn modelId="{CD2CF3E0-F04C-4D32-AD7B-B4592E9B72BB}" type="presParOf" srcId="{A81A7324-7E8D-4F96-913D-583B083D324E}" destId="{6CDBEE58-94B1-4F2D-80B0-E27C031E9E2E}" srcOrd="3" destOrd="0" presId="urn:microsoft.com/office/officeart/2024/layout/NumberedLinearArrowProcess"/>
    <dgm:cxn modelId="{D79F2809-DBA6-449C-A0B8-596AFF9BC716}" type="presParOf" srcId="{A81A7324-7E8D-4F96-913D-583B083D324E}" destId="{A6DBF968-B2EA-4858-B971-C1A22902FD10}" srcOrd="4" destOrd="0" presId="urn:microsoft.com/office/officeart/2024/layout/NumberedLinearArrowProcess"/>
    <dgm:cxn modelId="{0197B9E4-8440-40D4-84C1-A0035DC85EB2}" type="presParOf" srcId="{E95E1A2D-BFAB-401A-94CA-C98851DE34D2}" destId="{06A94299-1976-4A12-9344-29A66D86E16C}" srcOrd="2" destOrd="0" presId="urn:microsoft.com/office/officeart/2024/layout/NumberedLinearArrowProcess"/>
    <dgm:cxn modelId="{21B1DA49-D64F-4DB2-AF2B-4D26B87A0BDF}" type="presParOf" srcId="{1733D332-EA6F-482D-A292-B2A1B8428275}" destId="{9B0CA194-4D90-442A-9EF9-00473742C40A}" srcOrd="9" destOrd="0" presId="urn:microsoft.com/office/officeart/2024/layout/NumberedLinearArrowProcess"/>
    <dgm:cxn modelId="{75667832-AD4E-4B2B-881F-CB79D3BBD641}" type="presParOf" srcId="{1733D332-EA6F-482D-A292-B2A1B8428275}" destId="{1C8BF3D4-E76D-4C1A-9277-3063690C9D02}" srcOrd="10" destOrd="0" presId="urn:microsoft.com/office/officeart/2024/layout/NumberedLinearArrowProcess"/>
    <dgm:cxn modelId="{5B2962CA-9F87-4E82-B522-314438013955}" type="presParOf" srcId="{1C8BF3D4-E76D-4C1A-9277-3063690C9D02}" destId="{12538FEC-A942-4C78-A0AD-4A2C4EB3FCB0}" srcOrd="0" destOrd="0" presId="urn:microsoft.com/office/officeart/2024/layout/NumberedLinearArrowProcess"/>
    <dgm:cxn modelId="{D3B153A0-1627-4CF4-B204-E270A55F7755}" type="presParOf" srcId="{1C8BF3D4-E76D-4C1A-9277-3063690C9D02}" destId="{7EE24022-9C87-4F14-8677-0FE61C4B4CAA}" srcOrd="1" destOrd="0" presId="urn:microsoft.com/office/officeart/2024/layout/NumberedLinearArrowProcess"/>
    <dgm:cxn modelId="{FDD8180E-CDE1-4A8F-A10E-97513ED99EED}" type="presParOf" srcId="{7EE24022-9C87-4F14-8677-0FE61C4B4CAA}" destId="{C10B42F9-C21A-4B78-955F-2D01B986F293}" srcOrd="0" destOrd="0" presId="urn:microsoft.com/office/officeart/2024/layout/NumberedLinearArrowProcess"/>
    <dgm:cxn modelId="{D957F690-E74B-43E5-819A-221E8D1BC758}" type="presParOf" srcId="{7EE24022-9C87-4F14-8677-0FE61C4B4CAA}" destId="{067F588B-0250-4B98-AFD5-8097718ECA63}" srcOrd="1" destOrd="0" presId="urn:microsoft.com/office/officeart/2024/layout/NumberedLinearArrowProcess"/>
    <dgm:cxn modelId="{6C78EDF1-26A1-4984-9ABA-BBCA75EA4028}" type="presParOf" srcId="{7EE24022-9C87-4F14-8677-0FE61C4B4CAA}" destId="{484C5FED-7402-47C5-9FAA-452D75C45106}" srcOrd="2" destOrd="0" presId="urn:microsoft.com/office/officeart/2024/layout/NumberedLinearArrowProcess"/>
    <dgm:cxn modelId="{7FE706C6-089F-4E17-A81F-789CC6DFBC34}" type="presParOf" srcId="{7EE24022-9C87-4F14-8677-0FE61C4B4CAA}" destId="{3F71D624-B0C6-4FC8-A1A6-81D24670D9AA}" srcOrd="3" destOrd="0" presId="urn:microsoft.com/office/officeart/2024/layout/NumberedLinearArrowProcess"/>
    <dgm:cxn modelId="{32B18B5B-5BEB-49E1-9C4B-C4011E3D9109}" type="presParOf" srcId="{7EE24022-9C87-4F14-8677-0FE61C4B4CAA}" destId="{9FD1A614-42CD-4A3E-A080-2E4CEA1D0880}" srcOrd="4" destOrd="0" presId="urn:microsoft.com/office/officeart/2024/layout/NumberedLinearArrowProcess"/>
    <dgm:cxn modelId="{67D81BBC-FF5C-4248-A238-9E16E497E65B}" type="presParOf" srcId="{1C8BF3D4-E76D-4C1A-9277-3063690C9D02}" destId="{A10E7420-8B52-46E9-B2F8-D10834696610}" srcOrd="2" destOrd="0" presId="urn:microsoft.com/office/officeart/2024/layout/NumberedLinearArrow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8B1FB9-538B-4AAB-A184-133F6C53A0E9}">
      <dsp:nvSpPr>
        <dsp:cNvPr id="0" name=""/>
        <dsp:cNvSpPr/>
      </dsp:nvSpPr>
      <dsp:spPr>
        <a:xfrm>
          <a:off x="2028632" y="911394"/>
          <a:ext cx="1119256" cy="111925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07E46DF-2186-4FAD-8DC8-98CCF46A4254}">
      <dsp:nvSpPr>
        <dsp:cNvPr id="0" name=""/>
        <dsp:cNvSpPr/>
      </dsp:nvSpPr>
      <dsp:spPr>
        <a:xfrm>
          <a:off x="1939091" y="0"/>
          <a:ext cx="1298338" cy="75150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Store Data Efficiently</a:t>
          </a:r>
        </a:p>
      </dsp:txBody>
      <dsp:txXfrm>
        <a:off x="1939091" y="0"/>
        <a:ext cx="1298338" cy="751501"/>
      </dsp:txXfrm>
    </dsp:sp>
    <dsp:sp modelId="{D1D94DE4-22D9-4D83-AB5D-7F924B117EB5}">
      <dsp:nvSpPr>
        <dsp:cNvPr id="0" name=""/>
        <dsp:cNvSpPr/>
      </dsp:nvSpPr>
      <dsp:spPr>
        <a:xfrm>
          <a:off x="2454397" y="1220629"/>
          <a:ext cx="1119256" cy="111925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5D5E0BC-0C85-497E-AC61-893671DE3D5C}">
      <dsp:nvSpPr>
        <dsp:cNvPr id="0" name=""/>
        <dsp:cNvSpPr/>
      </dsp:nvSpPr>
      <dsp:spPr>
        <a:xfrm>
          <a:off x="3662747" y="991341"/>
          <a:ext cx="1164027" cy="81545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Reduce Data Redundancy</a:t>
          </a:r>
        </a:p>
      </dsp:txBody>
      <dsp:txXfrm>
        <a:off x="3662747" y="991341"/>
        <a:ext cx="1164027" cy="815458"/>
      </dsp:txXfrm>
    </dsp:sp>
    <dsp:sp modelId="{21060DAD-3BA2-4458-BE4C-E762B769DC74}">
      <dsp:nvSpPr>
        <dsp:cNvPr id="0" name=""/>
        <dsp:cNvSpPr/>
      </dsp:nvSpPr>
      <dsp:spPr>
        <a:xfrm>
          <a:off x="2291881" y="1721417"/>
          <a:ext cx="1119256" cy="111925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86F1049B-F2F2-46F8-99E5-F7C89213E4A2}">
      <dsp:nvSpPr>
        <dsp:cNvPr id="0" name=""/>
        <dsp:cNvSpPr/>
      </dsp:nvSpPr>
      <dsp:spPr>
        <a:xfrm>
          <a:off x="3483666" y="2382418"/>
          <a:ext cx="1164027" cy="81545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Improve Data Security</a:t>
          </a:r>
        </a:p>
      </dsp:txBody>
      <dsp:txXfrm>
        <a:off x="3483666" y="2382418"/>
        <a:ext cx="1164027" cy="815458"/>
      </dsp:txXfrm>
    </dsp:sp>
    <dsp:sp modelId="{AFE34445-A585-4B39-9D57-6082E9658D5C}">
      <dsp:nvSpPr>
        <dsp:cNvPr id="0" name=""/>
        <dsp:cNvSpPr/>
      </dsp:nvSpPr>
      <dsp:spPr>
        <a:xfrm>
          <a:off x="1765383" y="1721417"/>
          <a:ext cx="1119256" cy="111925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74014151-D2EF-49B5-9AC2-0FA8A6B57E4E}">
      <dsp:nvSpPr>
        <dsp:cNvPr id="0" name=""/>
        <dsp:cNvSpPr/>
      </dsp:nvSpPr>
      <dsp:spPr>
        <a:xfrm>
          <a:off x="528828" y="2382418"/>
          <a:ext cx="1164027" cy="81545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Provide Fast Data Retrieval</a:t>
          </a:r>
        </a:p>
      </dsp:txBody>
      <dsp:txXfrm>
        <a:off x="528828" y="2382418"/>
        <a:ext cx="1164027" cy="815458"/>
      </dsp:txXfrm>
    </dsp:sp>
    <dsp:sp modelId="{B6178ECE-97AD-49A6-8C0B-8584B3C82238}">
      <dsp:nvSpPr>
        <dsp:cNvPr id="0" name=""/>
        <dsp:cNvSpPr/>
      </dsp:nvSpPr>
      <dsp:spPr>
        <a:xfrm>
          <a:off x="1602867" y="1220629"/>
          <a:ext cx="1119256" cy="111925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029B9E0C-C7D4-4DE3-AC8E-CDE961391346}">
      <dsp:nvSpPr>
        <dsp:cNvPr id="0" name=""/>
        <dsp:cNvSpPr/>
      </dsp:nvSpPr>
      <dsp:spPr>
        <a:xfrm>
          <a:off x="349747" y="991341"/>
          <a:ext cx="1164027" cy="81545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Allow Multiple Users</a:t>
          </a:r>
        </a:p>
      </dsp:txBody>
      <dsp:txXfrm>
        <a:off x="349747" y="991341"/>
        <a:ext cx="1164027" cy="8154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B98B0A-7C5E-4784-BEEB-040A756BFB4C}">
      <dsp:nvSpPr>
        <dsp:cNvPr id="0" name=""/>
        <dsp:cNvSpPr/>
      </dsp:nvSpPr>
      <dsp:spPr>
        <a:xfrm>
          <a:off x="0" y="259"/>
          <a:ext cx="2821246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3BA4990-80E4-40F0-9526-7C83C870104A}">
      <dsp:nvSpPr>
        <dsp:cNvPr id="0" name=""/>
        <dsp:cNvSpPr/>
      </dsp:nvSpPr>
      <dsp:spPr>
        <a:xfrm>
          <a:off x="0" y="259"/>
          <a:ext cx="2821246" cy="425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🏦</a:t>
          </a:r>
          <a:r>
            <a:rPr lang="en-IN" sz="1800" b="1" kern="1200" dirty="0"/>
            <a:t>Banking</a:t>
          </a:r>
          <a:endParaRPr lang="en-IN" sz="1800" kern="1200" dirty="0"/>
        </a:p>
      </dsp:txBody>
      <dsp:txXfrm>
        <a:off x="0" y="259"/>
        <a:ext cx="2821246" cy="425653"/>
      </dsp:txXfrm>
    </dsp:sp>
    <dsp:sp modelId="{F2CD0037-E217-4E10-B38F-FAEC5C22BD10}">
      <dsp:nvSpPr>
        <dsp:cNvPr id="0" name=""/>
        <dsp:cNvSpPr/>
      </dsp:nvSpPr>
      <dsp:spPr>
        <a:xfrm>
          <a:off x="0" y="425913"/>
          <a:ext cx="2821246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95C1C99-7F70-4AF4-A446-2BD7663BB307}">
      <dsp:nvSpPr>
        <dsp:cNvPr id="0" name=""/>
        <dsp:cNvSpPr/>
      </dsp:nvSpPr>
      <dsp:spPr>
        <a:xfrm>
          <a:off x="0" y="425913"/>
          <a:ext cx="2821246" cy="425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Customer accounts </a:t>
          </a:r>
        </a:p>
      </dsp:txBody>
      <dsp:txXfrm>
        <a:off x="0" y="425913"/>
        <a:ext cx="2821246" cy="425653"/>
      </dsp:txXfrm>
    </dsp:sp>
    <dsp:sp modelId="{C9B927B9-50E0-4EE3-8B40-F903A729004C}">
      <dsp:nvSpPr>
        <dsp:cNvPr id="0" name=""/>
        <dsp:cNvSpPr/>
      </dsp:nvSpPr>
      <dsp:spPr>
        <a:xfrm>
          <a:off x="0" y="851567"/>
          <a:ext cx="2821246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B0BA971-C40A-4943-A50E-937843D49A98}">
      <dsp:nvSpPr>
        <dsp:cNvPr id="0" name=""/>
        <dsp:cNvSpPr/>
      </dsp:nvSpPr>
      <dsp:spPr>
        <a:xfrm>
          <a:off x="0" y="851567"/>
          <a:ext cx="2821246" cy="425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ATM transactions </a:t>
          </a:r>
        </a:p>
      </dsp:txBody>
      <dsp:txXfrm>
        <a:off x="0" y="851567"/>
        <a:ext cx="2821246" cy="425653"/>
      </dsp:txXfrm>
    </dsp:sp>
    <dsp:sp modelId="{F2401FC9-DD94-46FD-BC82-158079EBB0B4}">
      <dsp:nvSpPr>
        <dsp:cNvPr id="0" name=""/>
        <dsp:cNvSpPr/>
      </dsp:nvSpPr>
      <dsp:spPr>
        <a:xfrm>
          <a:off x="0" y="1277220"/>
          <a:ext cx="2821246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02FC0FE-3820-4B53-AFB5-D5F9387DAD01}">
      <dsp:nvSpPr>
        <dsp:cNvPr id="0" name=""/>
        <dsp:cNvSpPr/>
      </dsp:nvSpPr>
      <dsp:spPr>
        <a:xfrm>
          <a:off x="0" y="1277220"/>
          <a:ext cx="2821246" cy="425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Online banking </a:t>
          </a:r>
        </a:p>
      </dsp:txBody>
      <dsp:txXfrm>
        <a:off x="0" y="1277220"/>
        <a:ext cx="2821246" cy="425653"/>
      </dsp:txXfrm>
    </dsp:sp>
    <dsp:sp modelId="{E165C32E-F620-44E4-A508-F09F7D186778}">
      <dsp:nvSpPr>
        <dsp:cNvPr id="0" name=""/>
        <dsp:cNvSpPr/>
      </dsp:nvSpPr>
      <dsp:spPr>
        <a:xfrm>
          <a:off x="0" y="1702874"/>
          <a:ext cx="2821246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2186EEC-A5A7-4F56-924F-96CF769A84A8}">
      <dsp:nvSpPr>
        <dsp:cNvPr id="0" name=""/>
        <dsp:cNvSpPr/>
      </dsp:nvSpPr>
      <dsp:spPr>
        <a:xfrm>
          <a:off x="0" y="1702874"/>
          <a:ext cx="2821246" cy="425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Loan management</a:t>
          </a:r>
        </a:p>
      </dsp:txBody>
      <dsp:txXfrm>
        <a:off x="0" y="1702874"/>
        <a:ext cx="2821246" cy="42565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581DFF-2751-4907-9DAA-BE839D45D480}">
      <dsp:nvSpPr>
        <dsp:cNvPr id="0" name=""/>
        <dsp:cNvSpPr/>
      </dsp:nvSpPr>
      <dsp:spPr>
        <a:xfrm>
          <a:off x="0" y="259"/>
          <a:ext cx="2821246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F789DA5-FB8D-4494-9CBF-E5372053BE0B}">
      <dsp:nvSpPr>
        <dsp:cNvPr id="0" name=""/>
        <dsp:cNvSpPr/>
      </dsp:nvSpPr>
      <dsp:spPr>
        <a:xfrm>
          <a:off x="0" y="259"/>
          <a:ext cx="2821246" cy="425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🏥</a:t>
          </a:r>
          <a:r>
            <a:rPr lang="en-IN" sz="1800" b="1" kern="1200" dirty="0"/>
            <a:t>Hospitals</a:t>
          </a:r>
          <a:endParaRPr lang="en-IN" sz="1800" kern="1200" dirty="0"/>
        </a:p>
      </dsp:txBody>
      <dsp:txXfrm>
        <a:off x="0" y="259"/>
        <a:ext cx="2821246" cy="425653"/>
      </dsp:txXfrm>
    </dsp:sp>
    <dsp:sp modelId="{B2FD7501-A44B-44C3-B6F6-19C05568D3FE}">
      <dsp:nvSpPr>
        <dsp:cNvPr id="0" name=""/>
        <dsp:cNvSpPr/>
      </dsp:nvSpPr>
      <dsp:spPr>
        <a:xfrm>
          <a:off x="0" y="425913"/>
          <a:ext cx="2821246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519A9A2-8194-48E3-B0CE-2C10E2102C3D}">
      <dsp:nvSpPr>
        <dsp:cNvPr id="0" name=""/>
        <dsp:cNvSpPr/>
      </dsp:nvSpPr>
      <dsp:spPr>
        <a:xfrm>
          <a:off x="0" y="425913"/>
          <a:ext cx="2821246" cy="425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Patient records </a:t>
          </a:r>
        </a:p>
      </dsp:txBody>
      <dsp:txXfrm>
        <a:off x="0" y="425913"/>
        <a:ext cx="2821246" cy="425653"/>
      </dsp:txXfrm>
    </dsp:sp>
    <dsp:sp modelId="{202E2EC7-7BFD-49E8-8BCF-3D37D508B3BC}">
      <dsp:nvSpPr>
        <dsp:cNvPr id="0" name=""/>
        <dsp:cNvSpPr/>
      </dsp:nvSpPr>
      <dsp:spPr>
        <a:xfrm>
          <a:off x="0" y="851566"/>
          <a:ext cx="2821246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52C73AA-396E-4AEF-9325-3CE6358E2146}">
      <dsp:nvSpPr>
        <dsp:cNvPr id="0" name=""/>
        <dsp:cNvSpPr/>
      </dsp:nvSpPr>
      <dsp:spPr>
        <a:xfrm>
          <a:off x="0" y="851566"/>
          <a:ext cx="2821246" cy="425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Doctor information </a:t>
          </a:r>
        </a:p>
      </dsp:txBody>
      <dsp:txXfrm>
        <a:off x="0" y="851566"/>
        <a:ext cx="2821246" cy="425653"/>
      </dsp:txXfrm>
    </dsp:sp>
    <dsp:sp modelId="{A132B6A7-9A8A-496C-A25E-9F2E9A66444D}">
      <dsp:nvSpPr>
        <dsp:cNvPr id="0" name=""/>
        <dsp:cNvSpPr/>
      </dsp:nvSpPr>
      <dsp:spPr>
        <a:xfrm>
          <a:off x="0" y="1277220"/>
          <a:ext cx="2821246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6D189BF-3890-442B-BBCD-763664E880B3}">
      <dsp:nvSpPr>
        <dsp:cNvPr id="0" name=""/>
        <dsp:cNvSpPr/>
      </dsp:nvSpPr>
      <dsp:spPr>
        <a:xfrm>
          <a:off x="0" y="1277220"/>
          <a:ext cx="2821246" cy="425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Appointment scheduling </a:t>
          </a:r>
        </a:p>
      </dsp:txBody>
      <dsp:txXfrm>
        <a:off x="0" y="1277220"/>
        <a:ext cx="2821246" cy="425653"/>
      </dsp:txXfrm>
    </dsp:sp>
    <dsp:sp modelId="{ABBE2105-FF80-4356-A621-93AD5F4BCD92}">
      <dsp:nvSpPr>
        <dsp:cNvPr id="0" name=""/>
        <dsp:cNvSpPr/>
      </dsp:nvSpPr>
      <dsp:spPr>
        <a:xfrm>
          <a:off x="0" y="1702873"/>
          <a:ext cx="2821246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C8DA62D-5B7C-4A35-BCE9-8CE7351AC567}">
      <dsp:nvSpPr>
        <dsp:cNvPr id="0" name=""/>
        <dsp:cNvSpPr/>
      </dsp:nvSpPr>
      <dsp:spPr>
        <a:xfrm>
          <a:off x="0" y="1702873"/>
          <a:ext cx="2821246" cy="425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Medical history</a:t>
          </a:r>
        </a:p>
      </dsp:txBody>
      <dsp:txXfrm>
        <a:off x="0" y="1702873"/>
        <a:ext cx="2821246" cy="42565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80AA44-34D2-4661-9D73-842D85F4987B}">
      <dsp:nvSpPr>
        <dsp:cNvPr id="0" name=""/>
        <dsp:cNvSpPr/>
      </dsp:nvSpPr>
      <dsp:spPr>
        <a:xfrm>
          <a:off x="0" y="259"/>
          <a:ext cx="32893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AE71361-A670-4800-B966-E55FBBBD0615}">
      <dsp:nvSpPr>
        <dsp:cNvPr id="0" name=""/>
        <dsp:cNvSpPr/>
      </dsp:nvSpPr>
      <dsp:spPr>
        <a:xfrm>
          <a:off x="0" y="259"/>
          <a:ext cx="3289300" cy="425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🎓 </a:t>
          </a:r>
          <a:r>
            <a:rPr lang="en-IN" sz="1800" b="1" kern="1200" dirty="0"/>
            <a:t>Educational Institutions</a:t>
          </a:r>
          <a:endParaRPr lang="en-IN" sz="1800" kern="1200" dirty="0"/>
        </a:p>
      </dsp:txBody>
      <dsp:txXfrm>
        <a:off x="0" y="259"/>
        <a:ext cx="3289300" cy="425653"/>
      </dsp:txXfrm>
    </dsp:sp>
    <dsp:sp modelId="{02EE2AB0-DD7B-4708-ACA4-D6FBA9F18ACE}">
      <dsp:nvSpPr>
        <dsp:cNvPr id="0" name=""/>
        <dsp:cNvSpPr/>
      </dsp:nvSpPr>
      <dsp:spPr>
        <a:xfrm>
          <a:off x="0" y="425913"/>
          <a:ext cx="32893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55B4DD1-F2A4-46BC-895A-225672C1C1B7}">
      <dsp:nvSpPr>
        <dsp:cNvPr id="0" name=""/>
        <dsp:cNvSpPr/>
      </dsp:nvSpPr>
      <dsp:spPr>
        <a:xfrm>
          <a:off x="0" y="425913"/>
          <a:ext cx="3289300" cy="425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Student records </a:t>
          </a:r>
        </a:p>
      </dsp:txBody>
      <dsp:txXfrm>
        <a:off x="0" y="425913"/>
        <a:ext cx="3289300" cy="425653"/>
      </dsp:txXfrm>
    </dsp:sp>
    <dsp:sp modelId="{1DFEE5DF-2C3C-4EA5-8452-1CADB11D7A2A}">
      <dsp:nvSpPr>
        <dsp:cNvPr id="0" name=""/>
        <dsp:cNvSpPr/>
      </dsp:nvSpPr>
      <dsp:spPr>
        <a:xfrm>
          <a:off x="0" y="851567"/>
          <a:ext cx="32893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D3E054F-B202-45A5-8316-1CC5F5E839D8}">
      <dsp:nvSpPr>
        <dsp:cNvPr id="0" name=""/>
        <dsp:cNvSpPr/>
      </dsp:nvSpPr>
      <dsp:spPr>
        <a:xfrm>
          <a:off x="0" y="851567"/>
          <a:ext cx="3289300" cy="425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Attendance </a:t>
          </a:r>
        </a:p>
      </dsp:txBody>
      <dsp:txXfrm>
        <a:off x="0" y="851567"/>
        <a:ext cx="3289300" cy="425653"/>
      </dsp:txXfrm>
    </dsp:sp>
    <dsp:sp modelId="{0148490A-285C-4EE2-A9C7-9257FEB84396}">
      <dsp:nvSpPr>
        <dsp:cNvPr id="0" name=""/>
        <dsp:cNvSpPr/>
      </dsp:nvSpPr>
      <dsp:spPr>
        <a:xfrm>
          <a:off x="0" y="1277220"/>
          <a:ext cx="32893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6C0654A-2FB0-4323-94F2-F2AC4859321B}">
      <dsp:nvSpPr>
        <dsp:cNvPr id="0" name=""/>
        <dsp:cNvSpPr/>
      </dsp:nvSpPr>
      <dsp:spPr>
        <a:xfrm>
          <a:off x="0" y="1277220"/>
          <a:ext cx="3289300" cy="425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Marks </a:t>
          </a:r>
        </a:p>
      </dsp:txBody>
      <dsp:txXfrm>
        <a:off x="0" y="1277220"/>
        <a:ext cx="3289300" cy="425653"/>
      </dsp:txXfrm>
    </dsp:sp>
    <dsp:sp modelId="{FEE63331-E664-49EC-9D25-575A9A52AF2D}">
      <dsp:nvSpPr>
        <dsp:cNvPr id="0" name=""/>
        <dsp:cNvSpPr/>
      </dsp:nvSpPr>
      <dsp:spPr>
        <a:xfrm>
          <a:off x="0" y="1702874"/>
          <a:ext cx="32893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0540A4C-2AE7-4D61-8941-1BF19300BDD9}">
      <dsp:nvSpPr>
        <dsp:cNvPr id="0" name=""/>
        <dsp:cNvSpPr/>
      </dsp:nvSpPr>
      <dsp:spPr>
        <a:xfrm>
          <a:off x="0" y="1702874"/>
          <a:ext cx="3289300" cy="425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Fee management</a:t>
          </a:r>
        </a:p>
      </dsp:txBody>
      <dsp:txXfrm>
        <a:off x="0" y="1702874"/>
        <a:ext cx="3289300" cy="42565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7556E7-F7DC-473B-B1EB-291B4E28BC46}">
      <dsp:nvSpPr>
        <dsp:cNvPr id="0" name=""/>
        <dsp:cNvSpPr/>
      </dsp:nvSpPr>
      <dsp:spPr>
        <a:xfrm>
          <a:off x="0" y="249"/>
          <a:ext cx="2909567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2B5EE04-C3F2-4FAE-B8BF-4B4EE5F08D89}">
      <dsp:nvSpPr>
        <dsp:cNvPr id="0" name=""/>
        <dsp:cNvSpPr/>
      </dsp:nvSpPr>
      <dsp:spPr>
        <a:xfrm>
          <a:off x="0" y="249"/>
          <a:ext cx="2909567" cy="409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🛒 </a:t>
          </a:r>
          <a:r>
            <a:rPr lang="en-IN" sz="1700" b="1" kern="1200" dirty="0"/>
            <a:t>E-Commerce</a:t>
          </a:r>
          <a:endParaRPr lang="en-IN" sz="1700" kern="1200" dirty="0"/>
        </a:p>
      </dsp:txBody>
      <dsp:txXfrm>
        <a:off x="0" y="249"/>
        <a:ext cx="2909567" cy="409159"/>
      </dsp:txXfrm>
    </dsp:sp>
    <dsp:sp modelId="{0C7AA707-08E7-4C6E-ADD0-3C810DFC1272}">
      <dsp:nvSpPr>
        <dsp:cNvPr id="0" name=""/>
        <dsp:cNvSpPr/>
      </dsp:nvSpPr>
      <dsp:spPr>
        <a:xfrm>
          <a:off x="0" y="409409"/>
          <a:ext cx="2909567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A4BA3C5-5C81-4F3B-9AC4-ED3F17A803E4}">
      <dsp:nvSpPr>
        <dsp:cNvPr id="0" name=""/>
        <dsp:cNvSpPr/>
      </dsp:nvSpPr>
      <dsp:spPr>
        <a:xfrm>
          <a:off x="0" y="409409"/>
          <a:ext cx="2909567" cy="409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Product details </a:t>
          </a:r>
        </a:p>
      </dsp:txBody>
      <dsp:txXfrm>
        <a:off x="0" y="409409"/>
        <a:ext cx="2909567" cy="409159"/>
      </dsp:txXfrm>
    </dsp:sp>
    <dsp:sp modelId="{C9188FA8-1A97-4DCC-BFD2-5A0608DA774B}">
      <dsp:nvSpPr>
        <dsp:cNvPr id="0" name=""/>
        <dsp:cNvSpPr/>
      </dsp:nvSpPr>
      <dsp:spPr>
        <a:xfrm>
          <a:off x="0" y="818569"/>
          <a:ext cx="2909567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817E2AA-B5C6-4858-95CA-3E7001055345}">
      <dsp:nvSpPr>
        <dsp:cNvPr id="0" name=""/>
        <dsp:cNvSpPr/>
      </dsp:nvSpPr>
      <dsp:spPr>
        <a:xfrm>
          <a:off x="0" y="818569"/>
          <a:ext cx="2909567" cy="409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Customer information </a:t>
          </a:r>
        </a:p>
      </dsp:txBody>
      <dsp:txXfrm>
        <a:off x="0" y="818569"/>
        <a:ext cx="2909567" cy="409159"/>
      </dsp:txXfrm>
    </dsp:sp>
    <dsp:sp modelId="{0E21E4A4-8A24-43D1-A27A-4AAD4ADD0B4E}">
      <dsp:nvSpPr>
        <dsp:cNvPr id="0" name=""/>
        <dsp:cNvSpPr/>
      </dsp:nvSpPr>
      <dsp:spPr>
        <a:xfrm>
          <a:off x="0" y="1227729"/>
          <a:ext cx="2909567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BCBFBC0-6350-440C-8C6B-D3EF0F32310D}">
      <dsp:nvSpPr>
        <dsp:cNvPr id="0" name=""/>
        <dsp:cNvSpPr/>
      </dsp:nvSpPr>
      <dsp:spPr>
        <a:xfrm>
          <a:off x="0" y="1227729"/>
          <a:ext cx="2909567" cy="409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Orders </a:t>
          </a:r>
        </a:p>
      </dsp:txBody>
      <dsp:txXfrm>
        <a:off x="0" y="1227729"/>
        <a:ext cx="2909567" cy="409159"/>
      </dsp:txXfrm>
    </dsp:sp>
    <dsp:sp modelId="{0FBE30A4-DFB3-40B6-9FAB-03B083BF719C}">
      <dsp:nvSpPr>
        <dsp:cNvPr id="0" name=""/>
        <dsp:cNvSpPr/>
      </dsp:nvSpPr>
      <dsp:spPr>
        <a:xfrm>
          <a:off x="0" y="1636889"/>
          <a:ext cx="2909567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5697380-F1A3-46C6-A219-E6D45EC6AD30}">
      <dsp:nvSpPr>
        <dsp:cNvPr id="0" name=""/>
        <dsp:cNvSpPr/>
      </dsp:nvSpPr>
      <dsp:spPr>
        <a:xfrm>
          <a:off x="0" y="1636889"/>
          <a:ext cx="2909567" cy="409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Payments</a:t>
          </a:r>
        </a:p>
      </dsp:txBody>
      <dsp:txXfrm>
        <a:off x="0" y="1636889"/>
        <a:ext cx="2909567" cy="40915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EA72E1-24DE-4015-8C16-9E0D199F40A5}">
      <dsp:nvSpPr>
        <dsp:cNvPr id="0" name=""/>
        <dsp:cNvSpPr/>
      </dsp:nvSpPr>
      <dsp:spPr>
        <a:xfrm>
          <a:off x="0" y="249"/>
          <a:ext cx="2956326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8773D36-78D8-4D4C-87B0-204BF6855CF4}">
      <dsp:nvSpPr>
        <dsp:cNvPr id="0" name=""/>
        <dsp:cNvSpPr/>
      </dsp:nvSpPr>
      <dsp:spPr>
        <a:xfrm>
          <a:off x="0" y="249"/>
          <a:ext cx="2956326" cy="409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✈️ </a:t>
          </a:r>
          <a:r>
            <a:rPr lang="en-IN" sz="1500" b="1" kern="1200" dirty="0"/>
            <a:t>Railway and Airline Reservation</a:t>
          </a:r>
          <a:endParaRPr lang="en-IN" sz="1500" kern="1200" dirty="0"/>
        </a:p>
      </dsp:txBody>
      <dsp:txXfrm>
        <a:off x="0" y="249"/>
        <a:ext cx="2956326" cy="409159"/>
      </dsp:txXfrm>
    </dsp:sp>
    <dsp:sp modelId="{C62C67C7-ABCD-4625-9052-5C1DF6B1B47F}">
      <dsp:nvSpPr>
        <dsp:cNvPr id="0" name=""/>
        <dsp:cNvSpPr/>
      </dsp:nvSpPr>
      <dsp:spPr>
        <a:xfrm>
          <a:off x="0" y="409409"/>
          <a:ext cx="2956326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9D79F73-48AE-414D-80C7-33926B318692}">
      <dsp:nvSpPr>
        <dsp:cNvPr id="0" name=""/>
        <dsp:cNvSpPr/>
      </dsp:nvSpPr>
      <dsp:spPr>
        <a:xfrm>
          <a:off x="0" y="409409"/>
          <a:ext cx="2956326" cy="409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Ticket booking </a:t>
          </a:r>
        </a:p>
      </dsp:txBody>
      <dsp:txXfrm>
        <a:off x="0" y="409409"/>
        <a:ext cx="2956326" cy="409159"/>
      </dsp:txXfrm>
    </dsp:sp>
    <dsp:sp modelId="{BD8DB66C-47D9-43D1-A9CA-AC0DA698069B}">
      <dsp:nvSpPr>
        <dsp:cNvPr id="0" name=""/>
        <dsp:cNvSpPr/>
      </dsp:nvSpPr>
      <dsp:spPr>
        <a:xfrm>
          <a:off x="0" y="818569"/>
          <a:ext cx="2956326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3EF75CC-1FB0-45CD-9C5A-405086533018}">
      <dsp:nvSpPr>
        <dsp:cNvPr id="0" name=""/>
        <dsp:cNvSpPr/>
      </dsp:nvSpPr>
      <dsp:spPr>
        <a:xfrm>
          <a:off x="0" y="818569"/>
          <a:ext cx="2956326" cy="409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Seat availability </a:t>
          </a:r>
        </a:p>
      </dsp:txBody>
      <dsp:txXfrm>
        <a:off x="0" y="818569"/>
        <a:ext cx="2956326" cy="409159"/>
      </dsp:txXfrm>
    </dsp:sp>
    <dsp:sp modelId="{034270B2-5B70-4E3B-B1C6-60D0E8671E28}">
      <dsp:nvSpPr>
        <dsp:cNvPr id="0" name=""/>
        <dsp:cNvSpPr/>
      </dsp:nvSpPr>
      <dsp:spPr>
        <a:xfrm>
          <a:off x="0" y="1227729"/>
          <a:ext cx="2956326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E7AA4C4-195B-4D90-8B58-CD212AD92A65}">
      <dsp:nvSpPr>
        <dsp:cNvPr id="0" name=""/>
        <dsp:cNvSpPr/>
      </dsp:nvSpPr>
      <dsp:spPr>
        <a:xfrm>
          <a:off x="0" y="1227729"/>
          <a:ext cx="2956326" cy="409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Passenger details </a:t>
          </a:r>
        </a:p>
      </dsp:txBody>
      <dsp:txXfrm>
        <a:off x="0" y="1227729"/>
        <a:ext cx="2956326" cy="409159"/>
      </dsp:txXfrm>
    </dsp:sp>
    <dsp:sp modelId="{58194DE3-AF81-44A6-BEDA-155A7573A9E4}">
      <dsp:nvSpPr>
        <dsp:cNvPr id="0" name=""/>
        <dsp:cNvSpPr/>
      </dsp:nvSpPr>
      <dsp:spPr>
        <a:xfrm>
          <a:off x="0" y="1636889"/>
          <a:ext cx="2956326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B3484AD-D143-4A0D-8210-F42DA4F34B28}">
      <dsp:nvSpPr>
        <dsp:cNvPr id="0" name=""/>
        <dsp:cNvSpPr/>
      </dsp:nvSpPr>
      <dsp:spPr>
        <a:xfrm>
          <a:off x="0" y="1636889"/>
          <a:ext cx="2956326" cy="409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Payment records</a:t>
          </a:r>
        </a:p>
      </dsp:txBody>
      <dsp:txXfrm>
        <a:off x="0" y="1636889"/>
        <a:ext cx="2956326" cy="40915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3D67C1-D981-4841-BA10-8E41618BED72}">
      <dsp:nvSpPr>
        <dsp:cNvPr id="0" name=""/>
        <dsp:cNvSpPr/>
      </dsp:nvSpPr>
      <dsp:spPr>
        <a:xfrm>
          <a:off x="0" y="249"/>
          <a:ext cx="32893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6654EC5-7589-45D3-B830-2CDD673A2F76}">
      <dsp:nvSpPr>
        <dsp:cNvPr id="0" name=""/>
        <dsp:cNvSpPr/>
      </dsp:nvSpPr>
      <dsp:spPr>
        <a:xfrm>
          <a:off x="0" y="249"/>
          <a:ext cx="3289300" cy="409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📱 </a:t>
          </a:r>
          <a:r>
            <a:rPr lang="en-IN" sz="1700" b="1" kern="1200" dirty="0"/>
            <a:t>Social Media</a:t>
          </a:r>
          <a:endParaRPr lang="en-IN" sz="1700" kern="1200" dirty="0"/>
        </a:p>
      </dsp:txBody>
      <dsp:txXfrm>
        <a:off x="0" y="249"/>
        <a:ext cx="3289300" cy="409159"/>
      </dsp:txXfrm>
    </dsp:sp>
    <dsp:sp modelId="{D66406BF-3A53-4148-B579-E2B9840D721A}">
      <dsp:nvSpPr>
        <dsp:cNvPr id="0" name=""/>
        <dsp:cNvSpPr/>
      </dsp:nvSpPr>
      <dsp:spPr>
        <a:xfrm>
          <a:off x="0" y="409409"/>
          <a:ext cx="32893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D277361-3621-4CD6-9B23-CBDADA3E4F1A}">
      <dsp:nvSpPr>
        <dsp:cNvPr id="0" name=""/>
        <dsp:cNvSpPr/>
      </dsp:nvSpPr>
      <dsp:spPr>
        <a:xfrm>
          <a:off x="0" y="409409"/>
          <a:ext cx="3289300" cy="409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User profiles </a:t>
          </a:r>
        </a:p>
      </dsp:txBody>
      <dsp:txXfrm>
        <a:off x="0" y="409409"/>
        <a:ext cx="3289300" cy="409159"/>
      </dsp:txXfrm>
    </dsp:sp>
    <dsp:sp modelId="{9F62DD30-23BD-42CF-A263-CD712D505BBB}">
      <dsp:nvSpPr>
        <dsp:cNvPr id="0" name=""/>
        <dsp:cNvSpPr/>
      </dsp:nvSpPr>
      <dsp:spPr>
        <a:xfrm>
          <a:off x="0" y="818569"/>
          <a:ext cx="32893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30F85E8-D4AE-4D9F-A487-55AA61F17050}">
      <dsp:nvSpPr>
        <dsp:cNvPr id="0" name=""/>
        <dsp:cNvSpPr/>
      </dsp:nvSpPr>
      <dsp:spPr>
        <a:xfrm>
          <a:off x="0" y="818569"/>
          <a:ext cx="3289300" cy="409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Posts </a:t>
          </a:r>
        </a:p>
      </dsp:txBody>
      <dsp:txXfrm>
        <a:off x="0" y="818569"/>
        <a:ext cx="3289300" cy="409159"/>
      </dsp:txXfrm>
    </dsp:sp>
    <dsp:sp modelId="{40226CF5-A195-4E6F-8B49-AA3E8AAEB8D5}">
      <dsp:nvSpPr>
        <dsp:cNvPr id="0" name=""/>
        <dsp:cNvSpPr/>
      </dsp:nvSpPr>
      <dsp:spPr>
        <a:xfrm>
          <a:off x="0" y="1227728"/>
          <a:ext cx="32893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5D597BF-E7DE-41E3-B32A-F548B5011D80}">
      <dsp:nvSpPr>
        <dsp:cNvPr id="0" name=""/>
        <dsp:cNvSpPr/>
      </dsp:nvSpPr>
      <dsp:spPr>
        <a:xfrm>
          <a:off x="0" y="1227728"/>
          <a:ext cx="3289300" cy="409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Comments </a:t>
          </a:r>
        </a:p>
      </dsp:txBody>
      <dsp:txXfrm>
        <a:off x="0" y="1227728"/>
        <a:ext cx="3289300" cy="409159"/>
      </dsp:txXfrm>
    </dsp:sp>
    <dsp:sp modelId="{E5244E79-408A-45EA-894B-5DF2B5D1005E}">
      <dsp:nvSpPr>
        <dsp:cNvPr id="0" name=""/>
        <dsp:cNvSpPr/>
      </dsp:nvSpPr>
      <dsp:spPr>
        <a:xfrm>
          <a:off x="0" y="1636888"/>
          <a:ext cx="32893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2A6BC27-FC37-4A01-88FB-6ED8EC0CD314}">
      <dsp:nvSpPr>
        <dsp:cNvPr id="0" name=""/>
        <dsp:cNvSpPr/>
      </dsp:nvSpPr>
      <dsp:spPr>
        <a:xfrm>
          <a:off x="0" y="1636888"/>
          <a:ext cx="3289300" cy="409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Friend lists</a:t>
          </a:r>
        </a:p>
      </dsp:txBody>
      <dsp:txXfrm>
        <a:off x="0" y="1636888"/>
        <a:ext cx="3289300" cy="40915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1A996C-FD90-412A-A228-39BFEA81EEE9}">
      <dsp:nvSpPr>
        <dsp:cNvPr id="0" name=""/>
        <dsp:cNvSpPr/>
      </dsp:nvSpPr>
      <dsp:spPr>
        <a:xfrm>
          <a:off x="990689" y="1880813"/>
          <a:ext cx="627095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8D377D-56C7-4CB2-A25B-3FBB88661E16}">
      <dsp:nvSpPr>
        <dsp:cNvPr id="0" name=""/>
        <dsp:cNvSpPr/>
      </dsp:nvSpPr>
      <dsp:spPr>
        <a:xfrm>
          <a:off x="1564034" y="1807747"/>
          <a:ext cx="82418" cy="154722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443" tIns="165100" rIns="28443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Customer logs into the shopping website</a:t>
          </a:r>
        </a:p>
      </dsp:txBody>
      <dsp:txXfrm>
        <a:off x="142068" y="2544495"/>
        <a:ext cx="1518073" cy="1680342"/>
      </dsp:txXfrm>
    </dsp:sp>
    <dsp:sp modelId="{EC1C18E5-75BB-47A7-B8F4-6AECA9BFAE54}">
      <dsp:nvSpPr>
        <dsp:cNvPr id="0" name=""/>
        <dsp:cNvSpPr/>
      </dsp:nvSpPr>
      <dsp:spPr>
        <a:xfrm>
          <a:off x="657597" y="1637342"/>
          <a:ext cx="487013" cy="48701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99" tIns="18899" rIns="18899" bIns="18899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1</a:t>
          </a:r>
        </a:p>
      </dsp:txBody>
      <dsp:txXfrm>
        <a:off x="728918" y="1708663"/>
        <a:ext cx="344371" cy="344371"/>
      </dsp:txXfrm>
    </dsp:sp>
    <dsp:sp modelId="{676D34DD-F610-46E7-AD59-0DF39A2BFE69}">
      <dsp:nvSpPr>
        <dsp:cNvPr id="0" name=""/>
        <dsp:cNvSpPr/>
      </dsp:nvSpPr>
      <dsp:spPr>
        <a:xfrm>
          <a:off x="901068" y="2196318"/>
          <a:ext cx="72" cy="30084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10F3D2-8BA5-4346-A535-4FE1F5328D84}">
      <dsp:nvSpPr>
        <dsp:cNvPr id="0" name=""/>
        <dsp:cNvSpPr/>
      </dsp:nvSpPr>
      <dsp:spPr>
        <a:xfrm>
          <a:off x="94839" y="2497266"/>
          <a:ext cx="1612531" cy="1774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43" tIns="165100" rIns="28443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Customer logs into the shopping website</a:t>
          </a:r>
        </a:p>
      </dsp:txBody>
      <dsp:txXfrm>
        <a:off x="142068" y="2544495"/>
        <a:ext cx="1518073" cy="1680342"/>
      </dsp:txXfrm>
    </dsp:sp>
    <dsp:sp modelId="{97F9A257-6E64-4280-82A4-D626C4737294}">
      <dsp:nvSpPr>
        <dsp:cNvPr id="0" name=""/>
        <dsp:cNvSpPr/>
      </dsp:nvSpPr>
      <dsp:spPr>
        <a:xfrm>
          <a:off x="1796955" y="1880758"/>
          <a:ext cx="1612531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CD1985-C6A7-4E3D-ACB8-03AAB11B139B}">
      <dsp:nvSpPr>
        <dsp:cNvPr id="0" name=""/>
        <dsp:cNvSpPr/>
      </dsp:nvSpPr>
      <dsp:spPr>
        <a:xfrm>
          <a:off x="3355735" y="1807692"/>
          <a:ext cx="82418" cy="154767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443" tIns="165100" rIns="28443" bIns="16510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Customer searches for a product</a:t>
          </a:r>
        </a:p>
      </dsp:txBody>
      <dsp:txXfrm>
        <a:off x="1933769" y="2544495"/>
        <a:ext cx="1518073" cy="1680342"/>
      </dsp:txXfrm>
    </dsp:sp>
    <dsp:sp modelId="{32851002-FD69-4C71-BD3E-F4FCD47D62D7}">
      <dsp:nvSpPr>
        <dsp:cNvPr id="0" name=""/>
        <dsp:cNvSpPr/>
      </dsp:nvSpPr>
      <dsp:spPr>
        <a:xfrm>
          <a:off x="2449299" y="1637287"/>
          <a:ext cx="487013" cy="48701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99" tIns="18899" rIns="18899" bIns="18899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2</a:t>
          </a:r>
        </a:p>
      </dsp:txBody>
      <dsp:txXfrm>
        <a:off x="2520620" y="1708608"/>
        <a:ext cx="344371" cy="344371"/>
      </dsp:txXfrm>
    </dsp:sp>
    <dsp:sp modelId="{14ADB80B-8DDD-4C94-80FA-BF9A1F45C7C7}">
      <dsp:nvSpPr>
        <dsp:cNvPr id="0" name=""/>
        <dsp:cNvSpPr/>
      </dsp:nvSpPr>
      <dsp:spPr>
        <a:xfrm>
          <a:off x="2692770" y="2196284"/>
          <a:ext cx="72" cy="30093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515786-23D8-4864-850C-3FB2CA8A90C4}">
      <dsp:nvSpPr>
        <dsp:cNvPr id="0" name=""/>
        <dsp:cNvSpPr/>
      </dsp:nvSpPr>
      <dsp:spPr>
        <a:xfrm>
          <a:off x="1886540" y="2497266"/>
          <a:ext cx="1612531" cy="1774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43" tIns="165100" rIns="28443" bIns="16510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Customer searches for a product</a:t>
          </a:r>
        </a:p>
      </dsp:txBody>
      <dsp:txXfrm>
        <a:off x="1933769" y="2544495"/>
        <a:ext cx="1518073" cy="1680342"/>
      </dsp:txXfrm>
    </dsp:sp>
    <dsp:sp modelId="{8353C9BF-DBBA-4D8D-8A42-D6596074B2BE}">
      <dsp:nvSpPr>
        <dsp:cNvPr id="0" name=""/>
        <dsp:cNvSpPr/>
      </dsp:nvSpPr>
      <dsp:spPr>
        <a:xfrm>
          <a:off x="3588656" y="1880730"/>
          <a:ext cx="1612531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540057-7BE8-42C7-BA0D-D10B7BB76A29}">
      <dsp:nvSpPr>
        <dsp:cNvPr id="0" name=""/>
        <dsp:cNvSpPr/>
      </dsp:nvSpPr>
      <dsp:spPr>
        <a:xfrm>
          <a:off x="5147436" y="1807665"/>
          <a:ext cx="82418" cy="154787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443" tIns="165100" rIns="28443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The DBMS checks the database for: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Product availability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Price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Stock Seller details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 dirty="0"/>
        </a:p>
      </dsp:txBody>
      <dsp:txXfrm>
        <a:off x="3725470" y="2544488"/>
        <a:ext cx="1518073" cy="1680342"/>
      </dsp:txXfrm>
    </dsp:sp>
    <dsp:sp modelId="{F0AB1DDF-7F16-49F8-8C98-A1F6ED795C31}">
      <dsp:nvSpPr>
        <dsp:cNvPr id="0" name=""/>
        <dsp:cNvSpPr/>
      </dsp:nvSpPr>
      <dsp:spPr>
        <a:xfrm>
          <a:off x="4241000" y="1637260"/>
          <a:ext cx="487013" cy="48701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99" tIns="18899" rIns="18899" bIns="18899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3</a:t>
          </a:r>
        </a:p>
      </dsp:txBody>
      <dsp:txXfrm>
        <a:off x="4312321" y="1708581"/>
        <a:ext cx="344371" cy="344371"/>
      </dsp:txXfrm>
    </dsp:sp>
    <dsp:sp modelId="{41B9D366-3F5A-4E06-A404-30A98EA3D215}">
      <dsp:nvSpPr>
        <dsp:cNvPr id="0" name=""/>
        <dsp:cNvSpPr/>
      </dsp:nvSpPr>
      <dsp:spPr>
        <a:xfrm>
          <a:off x="4484471" y="2196266"/>
          <a:ext cx="72" cy="30097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4B7173-8A47-406C-BC6E-3853AB094E97}">
      <dsp:nvSpPr>
        <dsp:cNvPr id="0" name=""/>
        <dsp:cNvSpPr/>
      </dsp:nvSpPr>
      <dsp:spPr>
        <a:xfrm>
          <a:off x="3678241" y="2497259"/>
          <a:ext cx="1612531" cy="1774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43" tIns="165100" rIns="28443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The DBMS checks the database for: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Product availability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Price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Stock Seller details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 dirty="0"/>
        </a:p>
      </dsp:txBody>
      <dsp:txXfrm>
        <a:off x="3725470" y="2544488"/>
        <a:ext cx="1518073" cy="1680342"/>
      </dsp:txXfrm>
    </dsp:sp>
    <dsp:sp modelId="{767ED522-364B-4883-AF9B-AE8EFCEC30A3}">
      <dsp:nvSpPr>
        <dsp:cNvPr id="0" name=""/>
        <dsp:cNvSpPr/>
      </dsp:nvSpPr>
      <dsp:spPr>
        <a:xfrm>
          <a:off x="5380358" y="1880720"/>
          <a:ext cx="1612531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EB0E2B-5BC9-4CB5-9201-45882FDD8B7E}">
      <dsp:nvSpPr>
        <dsp:cNvPr id="0" name=""/>
        <dsp:cNvSpPr/>
      </dsp:nvSpPr>
      <dsp:spPr>
        <a:xfrm>
          <a:off x="6939138" y="1807655"/>
          <a:ext cx="82418" cy="154796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443" tIns="165100" rIns="28443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Customer places the order</a:t>
          </a:r>
        </a:p>
      </dsp:txBody>
      <dsp:txXfrm>
        <a:off x="5517172" y="2544488"/>
        <a:ext cx="1518073" cy="1680342"/>
      </dsp:txXfrm>
    </dsp:sp>
    <dsp:sp modelId="{0249AA31-50DF-450C-864E-F204ED9A25B4}">
      <dsp:nvSpPr>
        <dsp:cNvPr id="0" name=""/>
        <dsp:cNvSpPr/>
      </dsp:nvSpPr>
      <dsp:spPr>
        <a:xfrm>
          <a:off x="6032701" y="1637249"/>
          <a:ext cx="487013" cy="48701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99" tIns="18899" rIns="18899" bIns="18899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4</a:t>
          </a:r>
        </a:p>
      </dsp:txBody>
      <dsp:txXfrm>
        <a:off x="6104022" y="1708570"/>
        <a:ext cx="344371" cy="344371"/>
      </dsp:txXfrm>
    </dsp:sp>
    <dsp:sp modelId="{EF4F025B-2C00-4E60-9590-9F88D97A52E5}">
      <dsp:nvSpPr>
        <dsp:cNvPr id="0" name=""/>
        <dsp:cNvSpPr/>
      </dsp:nvSpPr>
      <dsp:spPr>
        <a:xfrm>
          <a:off x="6276172" y="2196260"/>
          <a:ext cx="72" cy="30099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0DE139-D573-41CD-B638-F14060F24D0C}">
      <dsp:nvSpPr>
        <dsp:cNvPr id="0" name=""/>
        <dsp:cNvSpPr/>
      </dsp:nvSpPr>
      <dsp:spPr>
        <a:xfrm>
          <a:off x="5469943" y="2497259"/>
          <a:ext cx="1612531" cy="1774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43" tIns="165100" rIns="28443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Customer places the order</a:t>
          </a:r>
        </a:p>
      </dsp:txBody>
      <dsp:txXfrm>
        <a:off x="5517172" y="2544488"/>
        <a:ext cx="1518073" cy="1680342"/>
      </dsp:txXfrm>
    </dsp:sp>
    <dsp:sp modelId="{E9DED34F-FE96-42EF-A0EA-DEE4E63BCDC5}">
      <dsp:nvSpPr>
        <dsp:cNvPr id="0" name=""/>
        <dsp:cNvSpPr/>
      </dsp:nvSpPr>
      <dsp:spPr>
        <a:xfrm>
          <a:off x="7172059" y="1880716"/>
          <a:ext cx="1612531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E10571-C90F-45FC-9269-38FC2B968436}">
      <dsp:nvSpPr>
        <dsp:cNvPr id="0" name=""/>
        <dsp:cNvSpPr/>
      </dsp:nvSpPr>
      <dsp:spPr>
        <a:xfrm>
          <a:off x="8730839" y="1807650"/>
          <a:ext cx="82418" cy="154800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443" tIns="165100" rIns="28443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The database stores: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Customer details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Product details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 Payment information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 Delivery address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 Order status</a:t>
          </a:r>
        </a:p>
      </dsp:txBody>
      <dsp:txXfrm>
        <a:off x="7308873" y="2544488"/>
        <a:ext cx="1518073" cy="1680342"/>
      </dsp:txXfrm>
    </dsp:sp>
    <dsp:sp modelId="{9FCFFB06-8857-4202-B6CB-719F30C59BF3}">
      <dsp:nvSpPr>
        <dsp:cNvPr id="0" name=""/>
        <dsp:cNvSpPr/>
      </dsp:nvSpPr>
      <dsp:spPr>
        <a:xfrm>
          <a:off x="7824402" y="1637245"/>
          <a:ext cx="487013" cy="48701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99" tIns="18899" rIns="18899" bIns="18899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5</a:t>
          </a:r>
        </a:p>
      </dsp:txBody>
      <dsp:txXfrm>
        <a:off x="7895723" y="1708566"/>
        <a:ext cx="344371" cy="344371"/>
      </dsp:txXfrm>
    </dsp:sp>
    <dsp:sp modelId="{A6DBF968-B2EA-4858-B971-C1A22902FD10}">
      <dsp:nvSpPr>
        <dsp:cNvPr id="0" name=""/>
        <dsp:cNvSpPr/>
      </dsp:nvSpPr>
      <dsp:spPr>
        <a:xfrm>
          <a:off x="8067873" y="2196257"/>
          <a:ext cx="72" cy="301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A94299-1976-4A12-9344-29A66D86E16C}">
      <dsp:nvSpPr>
        <dsp:cNvPr id="0" name=""/>
        <dsp:cNvSpPr/>
      </dsp:nvSpPr>
      <dsp:spPr>
        <a:xfrm>
          <a:off x="7261644" y="2497259"/>
          <a:ext cx="1612531" cy="1774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43" tIns="165100" rIns="28443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The database stores: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Customer details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Product details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 Payment information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 Delivery address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 Order status</a:t>
          </a:r>
        </a:p>
      </dsp:txBody>
      <dsp:txXfrm>
        <a:off x="7308873" y="2544488"/>
        <a:ext cx="1518073" cy="1680342"/>
      </dsp:txXfrm>
    </dsp:sp>
    <dsp:sp modelId="{C10B42F9-C21A-4B78-955F-2D01B986F293}">
      <dsp:nvSpPr>
        <dsp:cNvPr id="0" name=""/>
        <dsp:cNvSpPr/>
      </dsp:nvSpPr>
      <dsp:spPr>
        <a:xfrm>
          <a:off x="8963760" y="1880714"/>
          <a:ext cx="895850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4C5FED-7402-47C5-9FAA-452D75C45106}">
      <dsp:nvSpPr>
        <dsp:cNvPr id="0" name=""/>
        <dsp:cNvSpPr/>
      </dsp:nvSpPr>
      <dsp:spPr>
        <a:xfrm>
          <a:off x="9616104" y="1637243"/>
          <a:ext cx="487013" cy="48701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99" tIns="18899" rIns="18899" bIns="18899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6</a:t>
          </a:r>
        </a:p>
      </dsp:txBody>
      <dsp:txXfrm>
        <a:off x="9687425" y="1708564"/>
        <a:ext cx="344371" cy="344371"/>
      </dsp:txXfrm>
    </dsp:sp>
    <dsp:sp modelId="{9FD1A614-42CD-4A3E-A080-2E4CEA1D0880}">
      <dsp:nvSpPr>
        <dsp:cNvPr id="0" name=""/>
        <dsp:cNvSpPr/>
      </dsp:nvSpPr>
      <dsp:spPr>
        <a:xfrm>
          <a:off x="9859575" y="2196256"/>
          <a:ext cx="72" cy="30100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0E7420-8B52-46E9-B2F8-D10834696610}">
      <dsp:nvSpPr>
        <dsp:cNvPr id="0" name=""/>
        <dsp:cNvSpPr/>
      </dsp:nvSpPr>
      <dsp:spPr>
        <a:xfrm>
          <a:off x="9053345" y="2497259"/>
          <a:ext cx="1612531" cy="1774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43" tIns="165100" rIns="28443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Customer receives: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Order confirmation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Invoice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Tracking details</a:t>
          </a:r>
        </a:p>
      </dsp:txBody>
      <dsp:txXfrm>
        <a:off x="9100574" y="2544488"/>
        <a:ext cx="1518073" cy="16803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103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24/layout/NumberedLinearArrowProcess">
  <dgm:title val=""/>
  <dgm:desc val=""/>
  <dgm:catLst>
    <dgm:cat type="process" pri="17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9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1.7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ctrX" for="ch" forName="nodeText" refType="w" fact="0.5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ctrX" for="ch" forName="nodeText" refType="w" fact="0.5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ifMoreThanOneNode">
                  <dgm:choose name="firstNodeDirChoose">
                    <dgm:if name="firstNodeDirNorm" func="var" arg="dir" op="equ" val="norm">
                      <dgm:constrLst>
                        <dgm:constr type="h"/>
                        <dgm:constr type="h" for="ch" forName="lineNode" val="0.002"/>
                        <dgm:constr type="w" for="ch" forName="lineNode" refType="w" fact="0.35"/>
                        <dgm:constr type="l" for="ch" forName="lineNode" refType="w" fact="0.55"/>
                        <dgm:constr type="w" for="ch" forName="lineArrowNode" refType="w" fact="0.046"/>
                        <dgm:constr type="h" for="ch" forName="lineArrowNode" refType="h" fact="0.18"/>
                        <dgm:constr type="l" for="ch" forName="lineArrowNode" refType="w" fact="0.87"/>
                        <dgm:constr type="t" for="ch" forName="lineArrowNode" refType="h" fact="0.165"/>
                        <dgm:constr type="ctrY" for="ch" forName="lineNode" refType="ctrY" refFor="ch" refForName="sibTransNodeCircle"/>
                        <dgm:constr type="h" for="ch" forName="sibTransNodeCircle" refType="h" fact="0.608"/>
                        <dgm:constr type="h" for="ch" forName="sibTransNodeCircle" refType="w" op="lte" fact="0.54"/>
                        <dgm:constr type="w" for="ch" forName="sibTransNodeCircle" refType="h" refFor="ch" refForName="sibTransNodeCircle"/>
                        <dgm:constr type="ctrX" for="ch" forName="sibTransNodeCircle" refType="w" fact="0.5"/>
                        <dgm:constr type="ctrY" for="ch" forName="sibTransNodeCircle" refType="h" fact="0.25"/>
                        <dgm:constr type="t" for="ch" forName="spacerBetweenCircleAndCallout" refType="b" refFor="ch" refForName="sibTransNodeCircle"/>
                        <dgm:constr type="h" for="ch" forName="spacerBetweenCircleAndCallout" val="2"/>
                        <dgm:constr type="t" for="ch" forName="verticalConnector" refType="b" refFor="ch" refForName="spacerBetweenCircleAndCallout"/>
                        <dgm:constr type="h" for="ch" forName="verticalConnector" refType="h" fact="0.35"/>
                        <dgm:constr type="w" for="ch" forName="verticalConnector" val="0.002"/>
                        <dgm:constr type="ctrX" for="ch" forName="verticalConnector" refType="ctrX" refFor="ch" refForName="sibTransNodeCircle"/>
                      </dgm:constrLst>
                    </dgm:if>
                    <dgm:else name="firstNodeDirRev">
                      <dgm:constrLst>
                        <dgm:constr type="h"/>
                        <dgm:constr type="h" for="ch" forName="lineNode" val="0.002"/>
                        <dgm:constr type="w" for="ch" forName="lineNode" refType="w" fact="0.35"/>
                        <dgm:constr type="l" for="ch" forName="lineNode" refType="w" fact="0.1"/>
                        <dgm:constr type="w" for="ch" forName="lineArrowNode" refType="w" fact="0.046"/>
                        <dgm:constr type="h" for="ch" forName="lineArrowNode" refType="h" fact="0.18"/>
                        <dgm:constr type="l" for="ch" forName="lineArrowNode" refType="w" fact="0.084"/>
                        <dgm:constr type="t" for="ch" forName="lineArrowNode" refType="h" fact="0.165"/>
                        <dgm:constr type="ctrY" for="ch" forName="lineNode" refType="ctrY" refFor="ch" refForName="sibTransNodeCircle"/>
                        <dgm:constr type="h" for="ch" forName="sibTransNodeCircle" refType="h" fact="0.608"/>
                        <dgm:constr type="h" for="ch" forName="sibTransNodeCircle" refType="w" op="lte" fact="0.54"/>
                        <dgm:constr type="w" for="ch" forName="sibTransNodeCircle" refType="h" refFor="ch" refForName="sibTransNodeCircle"/>
                        <dgm:constr type="ctrX" for="ch" forName="sibTransNodeCircle" refType="w" fact="0.5"/>
                        <dgm:constr type="ctrY" for="ch" forName="sibTransNodeCircle" refType="h" fact="0.25"/>
                        <dgm:constr type="t" for="ch" forName="spacerBetweenCircleAndCallout" refType="b" refFor="ch" refForName="sibTransNodeCircle"/>
                        <dgm:constr type="h" for="ch" forName="spacerBetweenCircleAndCallout" val="2"/>
                        <dgm:constr type="t" for="ch" forName="verticalConnector" refType="b" refFor="ch" refForName="spacerBetweenCircleAndCallout"/>
                        <dgm:constr type="h" for="ch" forName="verticalConnector" refType="h" fact="0.35"/>
                        <dgm:constr type="w" for="ch" forName="verticalConnector" val="0.002"/>
                        <dgm:constr type="ctrX" for="ch" forName="verticalConnector" refType="ctrX" refFor="ch" refForName="sibTransNodeCircle"/>
                      </dgm:constrLst>
                    </dgm:else>
                  </dgm:choose>
                </dgm:else>
              </dgm:choose>
            </dgm:if>
            <dgm:if name="ifLastNode" axis="self" ptType="node" func="revPos" op="equ" val="1">
              <dgm:choose name="lastNodeDirChoose">
                <dgm:if name="lastNodeDirNorm" func="var" arg="dir" op="equ" val="norm">
                  <dgm:constrLst>
                    <dgm:constr type="h"/>
                    <dgm:constr type="h" for="ch" forName="lineNode" val="0.002"/>
                    <dgm:constr type="w" for="ch" forName="lineNode" refType="w" fact="0.5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lastNodeDirRev">
                  <dgm:constrLst>
                    <dgm:constr type="h"/>
                    <dgm:constr type="h" for="ch" forName="lineNode" val="0.002"/>
                    <dgm:constr type="w" for="ch" forName="lineNode" refType="w" fact="0.5"/>
                    <dgm:constr type="l" for="ch" forName="lineNode" refType="w" fact="0.5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else>
              </dgm:choose>
            </dgm:if>
            <dgm:else name="allOtherNodes">
              <dgm:choose name="middleNodeDirChoose">
                <dgm:if name="middleNodeDirNorm" func="var" arg="dir" op="equ" val="norm">
                  <dgm:constrLst>
                    <dgm:constr type="h"/>
                    <dgm:constr type="h" for="ch" forName="lineNode" val="0.002"/>
                    <dgm:constr type="w" for="ch" forName="lineNode" refType="w" fact="0.9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87"/>
                    <dgm:constr type="t" for="ch" forName="lineArrowNode" refType="h" fact="0.165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middleNodeDirRev">
                  <dgm:constrLst>
                    <dgm:constr type="h"/>
                    <dgm:constr type="h" for="ch" forName="lineNode" val="0.002"/>
                    <dgm:constr type="w" for="ch" forName="lineNode" refType="w" fact="0.9"/>
                    <dgm:constr type="l" for="ch" forName="lineNode" refType="w" fact="0.1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084"/>
                    <dgm:constr type="t" for="ch" forName="lineArrowNode" refType="h" fact="0.165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else>
              </dgm:choose>
            </dgm:else>
          </dgm:choose>
          <dgm:layoutNode name="lineNode" styleLbl="align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Node1">
            <dgm:alg type="sp"/>
            <dgm:choose name="arrowDirChoose">
              <dgm:if name="arrowNorm" func="var" arg="dir" op="equ" val="norm">
                <dgm:shape xmlns:r="http://schemas.openxmlformats.org/officeDocument/2006/relationships" type="chevron" r:blip="">
                  <dgm:adjLst>
                    <dgm:adj idx="1" val="0.9"/>
                  </dgm:adjLst>
                </dgm:shape>
              </dgm:if>
              <dgm:else name="arrowRev">
                <dgm:shape xmlns:r="http://schemas.openxmlformats.org/officeDocument/2006/relationships" rot="180" type="chevron" r:blip="">
                  <dgm:adjLst>
                    <dgm:adj idx="1" val="0.9"/>
                  </dgm:adjLst>
                </dgm:shape>
              </dgm:else>
            </dgm:choose>
            <dgm:presOf axis="self" ptType="node"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  <dgm:layoutNode name="verticalConnector" styleLbl="alignAccFollowNode1">
              <dgm:alg type="sp"/>
              <dgm:shape xmlns:r="http://schemas.openxmlformats.org/officeDocument/2006/relationships" type="rect" r:blip="">
                <dgm:adjLst/>
              </dgm:shape>
              <dgm:presOf/>
              <dgm:constrLst/>
              <dgm:ruleLst/>
            </dgm:layoutNode>
          </dgm:forEach>
          <dgm:presOf/>
          <dgm:ruleLst/>
        </dgm:layoutNode>
        <dgm:layoutNode name="nodeText" styleLbl="fgAcc1">
          <dgm:varLst>
            <dgm:bulletEnabled val="1"/>
          </dgm:varLst>
          <dgm:alg type="tx">
            <dgm:param type="parTxLTRAlign" val="ctr"/>
            <dgm:param type="parTxRTLAlign" val="r"/>
            <dgm:param type="txAnchorVert" val="t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secFontSz" val="16"/>
            <dgm:constr type="primFontSz" val="18"/>
            <dgm:constr type="h"/>
            <dgm:constr type="tMarg" val="13"/>
            <dgm:constr type="lMarg" refType="w" fact="0.05"/>
            <dgm:constr type="rMarg" refType="w" fact="0.05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1F4D2F-4366-4DB8-8FAD-994D3665E2A7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5F1010-CEB6-4593-ABC2-DE6A098F36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381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5F1010-CEB6-4593-ABC2-DE6A098F366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848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5F1010-CEB6-4593-ABC2-DE6A098F366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5896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F8499-7144-4F2B-9918-924587EDB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2B5CE6-7D49-458C-8BDE-DD33489684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05374-1480-46DB-A2F0-8D6602405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B44D5-1E35-4F00-B2BD-B4091DEB1737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21355-43E6-4769-B1D0-44302A1F4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F241B-EDE0-42C9-BCD6-4C1CC6312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1DA2-452C-4805-9F8A-8BE9FB98BF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99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4C7EE-8824-48F6-B4B4-0FD78BAD2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48592-75E1-4646-A6DC-61BB55525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9909C-5C8D-4452-A354-7754B20C1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B44D5-1E35-4F00-B2BD-B4091DEB1737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41A8B-85C3-4F2C-94D8-B43D88BD1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0D25C-BBD8-4A5F-9636-6B991D0BC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1DA2-452C-4805-9F8A-8BE9FB98BF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541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5C1FE-2784-4871-8644-20B57129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618FA-487C-4383-B144-3B768E3F6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585D8-BDE5-4EE2-B8B6-797CB0A5C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B44D5-1E35-4F00-B2BD-B4091DEB1737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76CC4-A109-40F3-87F2-6DAD5C5A2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5037B-906E-4C44-9113-6FBF05E89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1DA2-452C-4805-9F8A-8BE9FB98BF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481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C6B7A-A1EF-40D9-A833-83D38366C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81E7B-03B5-434A-822A-A70A3D783A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67CF77-7BDE-4FD7-9228-7344F215DB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5D501-EED4-40A3-8DD1-26EE26425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B44D5-1E35-4F00-B2BD-B4091DEB1737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8431B3-126C-4F07-BC80-F51B966D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BE1DCE-1DF6-48FB-9534-F3A745E83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1DA2-452C-4805-9F8A-8BE9FB98BF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783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414E-3CB9-406F-8A85-BAFE72B45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E90BBD-1064-4D3C-97D4-2FDA8DA97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6856D-16DC-45A3-8A82-F0A7BD9B6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D3B48F-388B-44E7-9334-03A9FF6834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DF34C0-B429-4EB4-AA9F-524D9C9C72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C8960B-833A-4EFD-840B-E90E43658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B44D5-1E35-4F00-B2BD-B4091DEB1737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A67A6A-66FD-47B3-9827-EA081DC3E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2E7047-C7B1-40BD-8A2C-6CB1D4DDD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1DA2-452C-4805-9F8A-8BE9FB98BF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409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DB629-CCE4-4732-8135-50A9C9A9B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1EBC8C-3234-45C7-9C15-F5BD4EE6C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B44D5-1E35-4F00-B2BD-B4091DEB1737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7CF2D7-1237-4281-BDF5-2199B2824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766045-BA6B-463A-8CE9-3AC43C744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1DA2-452C-4805-9F8A-8BE9FB98BF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759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B4DCAF-48DD-4548-A71E-0BCC4492D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B44D5-1E35-4F00-B2BD-B4091DEB1737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E87827-AEA6-4894-B272-367E4869A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EEE1C5-654D-4FEA-9466-85A02D53A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1DA2-452C-4805-9F8A-8BE9FB98BF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920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A83EB-F29B-44D7-B4EB-A24C66286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8C9ED-1CE8-4725-91DE-E6AC19655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BBA661-501B-4B0A-938F-F7866C9F3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281F8F-C837-44F8-BD3B-C925FCF5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B44D5-1E35-4F00-B2BD-B4091DEB1737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279A5-798A-4BD9-A32C-DB6928DC1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3FE00E-0E15-44E1-811A-C74867D54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1DA2-452C-4805-9F8A-8BE9FB98BF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168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42D44-3A07-45CA-9D8D-36C24EF3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0CDF30-43A9-4216-8D53-CAF20C3149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0177D8-E3F6-41A8-B609-59C4E50A9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EB98C-A8E3-429A-85F4-31167D6BC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B44D5-1E35-4F00-B2BD-B4091DEB1737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9F3D14-CBC4-4EA8-AA18-76757EAE2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09E1EE-BCF6-43F1-B417-4C80743EE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1DA2-452C-4805-9F8A-8BE9FB98BF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9690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34FB0-2EF4-42DB-B567-6113AA26F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6F904-811C-4C29-82DE-B05A21FDED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0D683-72EE-47BE-B91E-A993B6352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B44D5-1E35-4F00-B2BD-B4091DEB1737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BE9BD-A1BF-4833-9FD7-523FEF64D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2E264-7350-4D7D-9DEB-FF31C5835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1DA2-452C-4805-9F8A-8BE9FB98BF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8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D5D3DD-9F17-4D63-895D-1CC1295E0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E6D883-C23B-4E63-B362-C0AA08A134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8DA95-4841-430F-9B1B-A4BFC108A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B44D5-1E35-4F00-B2BD-B4091DEB1737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6EEBA-3659-4579-AC42-FC6FAC62D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056E4-C58A-4404-B6A4-7AEE2AB3F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1DA2-452C-4805-9F8A-8BE9FB98BF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416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410B0A-1EB8-4E1E-B567-E1055679D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F0A86-4F15-4462-A372-D89C64103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2EB3C-B893-45E7-B18F-E6B17CA818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B44D5-1E35-4F00-B2BD-B4091DEB1737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2A2E-90FA-4F71-B2C8-C16A4B8519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E8E29-B8BC-4DD5-B706-DD0092ABCB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2E1DA2-452C-4805-9F8A-8BE9FB98BF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501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5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 /><Relationship Id="rId3" Type="http://schemas.openxmlformats.org/officeDocument/2006/relationships/image" Target="../media/image1.jpg" /><Relationship Id="rId7" Type="http://schemas.openxmlformats.org/officeDocument/2006/relationships/diagramQuickStyle" Target="../diagrams/quickStyle1.xml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Relationship Id="rId6" Type="http://schemas.openxmlformats.org/officeDocument/2006/relationships/diagramLayout" Target="../diagrams/layout1.xml" /><Relationship Id="rId5" Type="http://schemas.openxmlformats.org/officeDocument/2006/relationships/diagramData" Target="../diagrams/data1.xml" /><Relationship Id="rId4" Type="http://schemas.openxmlformats.org/officeDocument/2006/relationships/image" Target="../media/image2.jpeg" /><Relationship Id="rId9" Type="http://schemas.microsoft.com/office/2007/relationships/diagramDrawing" Target="../diagrams/drawing1.xml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 /><Relationship Id="rId13" Type="http://schemas.openxmlformats.org/officeDocument/2006/relationships/diagramColors" Target="../diagrams/colors3.xml" /><Relationship Id="rId18" Type="http://schemas.openxmlformats.org/officeDocument/2006/relationships/diagramColors" Target="../diagrams/colors4.xml" /><Relationship Id="rId26" Type="http://schemas.openxmlformats.org/officeDocument/2006/relationships/diagramLayout" Target="../diagrams/layout6.xml" /><Relationship Id="rId3" Type="http://schemas.openxmlformats.org/officeDocument/2006/relationships/diagramData" Target="../diagrams/data2.xml" /><Relationship Id="rId21" Type="http://schemas.openxmlformats.org/officeDocument/2006/relationships/diagramLayout" Target="../diagrams/layout5.xml" /><Relationship Id="rId34" Type="http://schemas.microsoft.com/office/2007/relationships/diagramDrawing" Target="../diagrams/drawing7.xml" /><Relationship Id="rId7" Type="http://schemas.microsoft.com/office/2007/relationships/diagramDrawing" Target="../diagrams/drawing2.xml" /><Relationship Id="rId12" Type="http://schemas.openxmlformats.org/officeDocument/2006/relationships/diagramQuickStyle" Target="../diagrams/quickStyle3.xml" /><Relationship Id="rId17" Type="http://schemas.openxmlformats.org/officeDocument/2006/relationships/diagramQuickStyle" Target="../diagrams/quickStyle4.xml" /><Relationship Id="rId25" Type="http://schemas.openxmlformats.org/officeDocument/2006/relationships/diagramData" Target="../diagrams/data6.xml" /><Relationship Id="rId33" Type="http://schemas.openxmlformats.org/officeDocument/2006/relationships/diagramColors" Target="../diagrams/colors7.xml" /><Relationship Id="rId2" Type="http://schemas.openxmlformats.org/officeDocument/2006/relationships/notesSlide" Target="../notesSlides/notesSlide2.xml" /><Relationship Id="rId16" Type="http://schemas.openxmlformats.org/officeDocument/2006/relationships/diagramLayout" Target="../diagrams/layout4.xml" /><Relationship Id="rId20" Type="http://schemas.openxmlformats.org/officeDocument/2006/relationships/diagramData" Target="../diagrams/data5.xml" /><Relationship Id="rId29" Type="http://schemas.microsoft.com/office/2007/relationships/diagramDrawing" Target="../diagrams/drawing6.xml" /><Relationship Id="rId1" Type="http://schemas.openxmlformats.org/officeDocument/2006/relationships/slideLayout" Target="../slideLayouts/slideLayout2.xml" /><Relationship Id="rId6" Type="http://schemas.openxmlformats.org/officeDocument/2006/relationships/diagramColors" Target="../diagrams/colors2.xml" /><Relationship Id="rId11" Type="http://schemas.openxmlformats.org/officeDocument/2006/relationships/diagramLayout" Target="../diagrams/layout3.xml" /><Relationship Id="rId24" Type="http://schemas.microsoft.com/office/2007/relationships/diagramDrawing" Target="../diagrams/drawing5.xml" /><Relationship Id="rId32" Type="http://schemas.openxmlformats.org/officeDocument/2006/relationships/diagramQuickStyle" Target="../diagrams/quickStyle7.xml" /><Relationship Id="rId5" Type="http://schemas.openxmlformats.org/officeDocument/2006/relationships/diagramQuickStyle" Target="../diagrams/quickStyle2.xml" /><Relationship Id="rId15" Type="http://schemas.openxmlformats.org/officeDocument/2006/relationships/diagramData" Target="../diagrams/data4.xml" /><Relationship Id="rId23" Type="http://schemas.openxmlformats.org/officeDocument/2006/relationships/diagramColors" Target="../diagrams/colors5.xml" /><Relationship Id="rId28" Type="http://schemas.openxmlformats.org/officeDocument/2006/relationships/diagramColors" Target="../diagrams/colors6.xml" /><Relationship Id="rId10" Type="http://schemas.openxmlformats.org/officeDocument/2006/relationships/diagramData" Target="../diagrams/data3.xml" /><Relationship Id="rId19" Type="http://schemas.microsoft.com/office/2007/relationships/diagramDrawing" Target="../diagrams/drawing4.xml" /><Relationship Id="rId31" Type="http://schemas.openxmlformats.org/officeDocument/2006/relationships/diagramLayout" Target="../diagrams/layout7.xml" /><Relationship Id="rId4" Type="http://schemas.openxmlformats.org/officeDocument/2006/relationships/diagramLayout" Target="../diagrams/layout2.xml" /><Relationship Id="rId9" Type="http://schemas.openxmlformats.org/officeDocument/2006/relationships/image" Target="../media/image2.jpeg" /><Relationship Id="rId14" Type="http://schemas.microsoft.com/office/2007/relationships/diagramDrawing" Target="../diagrams/drawing3.xml" /><Relationship Id="rId22" Type="http://schemas.openxmlformats.org/officeDocument/2006/relationships/diagramQuickStyle" Target="../diagrams/quickStyle5.xml" /><Relationship Id="rId27" Type="http://schemas.openxmlformats.org/officeDocument/2006/relationships/diagramQuickStyle" Target="../diagrams/quickStyle6.xml" /><Relationship Id="rId30" Type="http://schemas.openxmlformats.org/officeDocument/2006/relationships/diagramData" Target="../diagrams/data7.xml" 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 /><Relationship Id="rId3" Type="http://schemas.openxmlformats.org/officeDocument/2006/relationships/image" Target="../media/image2.jpeg" /><Relationship Id="rId7" Type="http://schemas.openxmlformats.org/officeDocument/2006/relationships/diagramColors" Target="../diagrams/colors8.xml" /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2.xml" /><Relationship Id="rId6" Type="http://schemas.openxmlformats.org/officeDocument/2006/relationships/diagramQuickStyle" Target="../diagrams/quickStyle8.xml" /><Relationship Id="rId5" Type="http://schemas.openxmlformats.org/officeDocument/2006/relationships/diagramLayout" Target="../diagrams/layout8.xml" /><Relationship Id="rId4" Type="http://schemas.openxmlformats.org/officeDocument/2006/relationships/diagramData" Target="../diagrams/data8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7AEED-0677-B977-F90C-27CC0EFC6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006" y="365125"/>
            <a:ext cx="9301317" cy="1325563"/>
          </a:xfrm>
        </p:spPr>
        <p:txBody>
          <a:bodyPr>
            <a:normAutofit/>
          </a:bodyPr>
          <a:lstStyle/>
          <a:p>
            <a:pPr marR="50165" algn="ctr">
              <a:lnSpc>
                <a:spcPct val="100000"/>
              </a:lnSpc>
              <a:spcBef>
                <a:spcPts val="1420"/>
              </a:spcBef>
            </a:pPr>
            <a:r>
              <a:rPr lang="en-US" sz="2000" b="1" spc="-20" dirty="0">
                <a:latin typeface="Times New Roman"/>
                <a:cs typeface="Times New Roman"/>
              </a:rPr>
              <a:t>SIMATS</a:t>
            </a:r>
            <a:r>
              <a:rPr lang="en-US" sz="2000" b="1" spc="-60" dirty="0">
                <a:latin typeface="Times New Roman"/>
                <a:cs typeface="Times New Roman"/>
              </a:rPr>
              <a:t> </a:t>
            </a:r>
            <a:r>
              <a:rPr lang="en-US" sz="2000" b="1" spc="-10" dirty="0">
                <a:latin typeface="Times New Roman"/>
                <a:cs typeface="Times New Roman"/>
              </a:rPr>
              <a:t>SCHOOL</a:t>
            </a:r>
            <a:r>
              <a:rPr lang="en-US" sz="2000" b="1" spc="-125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OF</a:t>
            </a:r>
            <a:r>
              <a:rPr lang="en-US" sz="2000" b="1" spc="-110" dirty="0">
                <a:latin typeface="Times New Roman"/>
                <a:cs typeface="Times New Roman"/>
              </a:rPr>
              <a:t> </a:t>
            </a:r>
            <a:r>
              <a:rPr lang="en-US" sz="2000" b="1" spc="-10" dirty="0">
                <a:latin typeface="Times New Roman"/>
                <a:cs typeface="Times New Roman"/>
              </a:rPr>
              <a:t>ENGINEERING</a:t>
            </a:r>
            <a:br>
              <a:rPr lang="en-US" sz="2000" dirty="0">
                <a:latin typeface="Times New Roman"/>
                <a:cs typeface="Times New Roman"/>
              </a:rPr>
            </a:br>
            <a:r>
              <a:rPr lang="en-US" sz="2000" b="1" spc="-45" dirty="0">
                <a:latin typeface="Times New Roman"/>
                <a:cs typeface="Times New Roman"/>
              </a:rPr>
              <a:t>SAVEETHA</a:t>
            </a:r>
            <a:r>
              <a:rPr lang="en-US" sz="2000" b="1" spc="-125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INSTITUTE</a:t>
            </a:r>
            <a:r>
              <a:rPr lang="en-US" sz="2000" b="1" spc="-30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OF</a:t>
            </a:r>
            <a:r>
              <a:rPr lang="en-US" sz="2000" b="1" spc="-95" dirty="0">
                <a:latin typeface="Times New Roman"/>
                <a:cs typeface="Times New Roman"/>
              </a:rPr>
              <a:t> </a:t>
            </a:r>
            <a:r>
              <a:rPr lang="en-US" sz="2000" b="1" spc="-10" dirty="0">
                <a:latin typeface="Times New Roman"/>
                <a:cs typeface="Times New Roman"/>
              </a:rPr>
              <a:t>MEDICAL</a:t>
            </a:r>
            <a:r>
              <a:rPr lang="en-US" sz="2000" b="1" spc="-245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AND</a:t>
            </a:r>
            <a:r>
              <a:rPr lang="en-US" sz="2000" b="1" spc="-50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TECHNICAL</a:t>
            </a:r>
            <a:r>
              <a:rPr lang="en-US" sz="2000" b="1" spc="-90" dirty="0">
                <a:latin typeface="Times New Roman"/>
                <a:cs typeface="Times New Roman"/>
              </a:rPr>
              <a:t> </a:t>
            </a:r>
            <a:r>
              <a:rPr lang="en-US" sz="2000" b="1" spc="-10" dirty="0">
                <a:latin typeface="Times New Roman"/>
                <a:cs typeface="Times New Roman"/>
              </a:rPr>
              <a:t>SCIENCES </a:t>
            </a:r>
            <a:r>
              <a:rPr lang="en-US" sz="2000" b="1" dirty="0">
                <a:latin typeface="Times New Roman"/>
                <a:cs typeface="Times New Roman"/>
              </a:rPr>
              <a:t>CHENNAI-</a:t>
            </a:r>
            <a:r>
              <a:rPr lang="en-US" sz="2000" b="1" spc="-10" dirty="0">
                <a:latin typeface="Times New Roman"/>
                <a:cs typeface="Times New Roman"/>
              </a:rPr>
              <a:t>602105</a:t>
            </a:r>
            <a:br>
              <a:rPr lang="en-US" sz="2000" dirty="0">
                <a:latin typeface="Times New Roman"/>
                <a:cs typeface="Times New Roman"/>
              </a:rPr>
            </a:br>
            <a:endParaRPr lang="en-IN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510A0-2423-FF74-0221-E8FAC2816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653945"/>
            <a:ext cx="10512424" cy="152415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CSA0506 – Database Management System</a:t>
            </a:r>
          </a:p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 (DBMS) in Everyday Life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F290D8-9C9A-F25F-19C5-045FEE4761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166" y="4128796"/>
            <a:ext cx="4204252" cy="114888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29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Supervisor:</a:t>
            </a:r>
          </a:p>
          <a:p>
            <a:pPr marL="0" indent="0">
              <a:buNone/>
            </a:pPr>
            <a:r>
              <a:rPr lang="fr-FR" sz="2900" spc="-10" dirty="0" err="1">
                <a:solidFill>
                  <a:schemeClr val="tx1"/>
                </a:solidFill>
                <a:latin typeface="Times New Roman"/>
                <a:cs typeface="Times New Roman"/>
              </a:rPr>
              <a:t>Dr.R.Hemavathi</a:t>
            </a:r>
            <a:endParaRPr lang="en-IN" sz="2900" spc="-1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3D753E-170B-324D-F176-61A4541456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198218" y="4091992"/>
            <a:ext cx="3138574" cy="145051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endParaRPr lang="en-IN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Suryasri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  <a:endParaRPr lang="en-IN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>
              <a:buNone/>
            </a:pPr>
            <a:r>
              <a:rPr lang="en-IN" dirty="0"/>
              <a:t>   </a:t>
            </a:r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3C3C401D-CE02-FFF2-13D3-D92AC82617E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83" y="131220"/>
            <a:ext cx="1261501" cy="10446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178DC4-21D9-0810-F639-03FBE67D2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1084" y="95877"/>
            <a:ext cx="925070" cy="105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365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6C259-2EA9-B079-BA77-4CC750A2C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3367" y="245337"/>
            <a:ext cx="4856313" cy="1260475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5D27E4C-AF8E-7EC0-866C-32B6246953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8080" y="1622652"/>
            <a:ext cx="11155540" cy="4811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2000" b="1" dirty="0"/>
              <a:t>What is a Database?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A database is a collection of related information that is stored in an organized manner. It helps us save and access data whenever required.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000" b="1" dirty="0"/>
              <a:t>Example:</a:t>
            </a:r>
            <a:endParaRPr lang="en-IN" sz="2000" dirty="0"/>
          </a:p>
          <a:p>
            <a:pPr>
              <a:lnSpc>
                <a:spcPct val="100000"/>
              </a:lnSpc>
            </a:pPr>
            <a:r>
              <a:rPr lang="en-IN" sz="2000" dirty="0"/>
              <a:t>Student records in a college 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Customer details in a bank 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Patient records in a hospital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000" b="1" dirty="0"/>
              <a:t>What is a DBMS?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A Database Management System (DBMS) is software that helps users create, store, update, retrieve, and manage data efficiently.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It acts as a bridge between the user and the database.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5">
            <a:extLst>
              <a:ext uri="{FF2B5EF4-FFF2-40B4-BE49-F238E27FC236}">
                <a16:creationId xmlns:a16="http://schemas.microsoft.com/office/drawing/2014/main" id="{8F272542-1AA7-2FC3-F995-431F3A7BA01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969" y="245337"/>
            <a:ext cx="1261501" cy="1044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717400-FF94-F19E-F0A9-80BE28466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6263" y="245337"/>
            <a:ext cx="933685" cy="105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837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F337C08-B9F0-8BA1-B31E-961286F45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93186"/>
            <a:ext cx="8627918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AND FEATURES</a:t>
            </a:r>
          </a:p>
        </p:txBody>
      </p:sp>
      <p:pic>
        <p:nvPicPr>
          <p:cNvPr id="3" name="object 5">
            <a:extLst>
              <a:ext uri="{FF2B5EF4-FFF2-40B4-BE49-F238E27FC236}">
                <a16:creationId xmlns:a16="http://schemas.microsoft.com/office/drawing/2014/main" id="{1DFAEB02-9790-6A04-2776-E256D186AA8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7449" y="365106"/>
            <a:ext cx="1261501" cy="1044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A8F2D8-DDC2-A20C-C4D1-6DC581D809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0866" y="293186"/>
            <a:ext cx="933685" cy="1052504"/>
          </a:xfrm>
          <a:prstGeom prst="rect">
            <a:avLst/>
          </a:prstGeom>
        </p:spPr>
      </p:pic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28364D73-B614-A46C-F72F-0DB5C21C7C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1095935"/>
              </p:ext>
            </p:extLst>
          </p:nvPr>
        </p:nvGraphicFramePr>
        <p:xfrm>
          <a:off x="482598" y="1932923"/>
          <a:ext cx="5176522" cy="31978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E471535-99EA-E571-BEAC-DA75CC72B9B7}"/>
              </a:ext>
            </a:extLst>
          </p:cNvPr>
          <p:cNvSpPr txBox="1"/>
          <p:nvPr/>
        </p:nvSpPr>
        <p:spPr>
          <a:xfrm>
            <a:off x="6990080" y="1932923"/>
            <a:ext cx="3017520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Main Features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/>
              <a:t>Data Security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/>
              <a:t>Backup and Recovery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/>
              <a:t>Data Sharing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/>
              <a:t>Data Consistency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/>
              <a:t>Data Integrity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/>
              <a:t>Multi-user Support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/>
              <a:t>Easy Data Retrieval</a:t>
            </a:r>
          </a:p>
        </p:txBody>
      </p:sp>
    </p:spTree>
    <p:extLst>
      <p:ext uri="{BB962C8B-B14F-4D97-AF65-F5344CB8AC3E}">
        <p14:creationId xmlns:p14="http://schemas.microsoft.com/office/powerpoint/2010/main" val="2361648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E1FAE-2918-48C5-9D08-E2A1F9659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0881" y="597365"/>
            <a:ext cx="8270240" cy="72228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IN REAL-LIFE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AC2039D6-F575-2A99-32C1-04EA716872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1404770"/>
              </p:ext>
            </p:extLst>
          </p:nvPr>
        </p:nvGraphicFramePr>
        <p:xfrm>
          <a:off x="592514" y="1864435"/>
          <a:ext cx="2821246" cy="2128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object 5">
            <a:extLst>
              <a:ext uri="{FF2B5EF4-FFF2-40B4-BE49-F238E27FC236}">
                <a16:creationId xmlns:a16="http://schemas.microsoft.com/office/drawing/2014/main" id="{35EF5AF5-80C7-A822-7DB5-350B451830F5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7449" y="376991"/>
            <a:ext cx="1261501" cy="1044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F428C4-3461-5B2E-5AF8-A7DBB86DA86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17546" y="376991"/>
            <a:ext cx="933685" cy="105250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BFD20F8F-E710-E72E-7FCF-B8FCD136E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339" y="5255423"/>
            <a:ext cx="1242866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052648FE-CC41-9BE8-C1C3-7463E6E4D2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1338172"/>
              </p:ext>
            </p:extLst>
          </p:nvPr>
        </p:nvGraphicFramePr>
        <p:xfrm>
          <a:off x="3863053" y="1864434"/>
          <a:ext cx="2821246" cy="2128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886A7697-AF3F-832D-8D23-857C73101D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7107542"/>
              </p:ext>
            </p:extLst>
          </p:nvPr>
        </p:nvGraphicFramePr>
        <p:xfrm>
          <a:off x="7133592" y="1864434"/>
          <a:ext cx="3289300" cy="2128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DE466501-F03E-B50E-2D4A-9CA4C80484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3885151"/>
              </p:ext>
            </p:extLst>
          </p:nvPr>
        </p:nvGraphicFramePr>
        <p:xfrm>
          <a:off x="504192" y="4214335"/>
          <a:ext cx="2909568" cy="20462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0" r:lo="rId21" r:qs="rId22" r:cs="rId23"/>
          </a:graphicData>
        </a:graphic>
      </p:graphicFrame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CCEC9E73-40FC-DC75-5448-91DEC39379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7705422"/>
              </p:ext>
            </p:extLst>
          </p:nvPr>
        </p:nvGraphicFramePr>
        <p:xfrm>
          <a:off x="3831073" y="4214334"/>
          <a:ext cx="2956326" cy="20462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5" r:lo="rId26" r:qs="rId27" r:cs="rId28"/>
          </a:graphicData>
        </a:graphic>
      </p:graphicFrame>
      <p:graphicFrame>
        <p:nvGraphicFramePr>
          <p:cNvPr id="23" name="Diagram 22">
            <a:extLst>
              <a:ext uri="{FF2B5EF4-FFF2-40B4-BE49-F238E27FC236}">
                <a16:creationId xmlns:a16="http://schemas.microsoft.com/office/drawing/2014/main" id="{4E47D4BA-954D-A6F9-2A38-579983E611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0446971"/>
              </p:ext>
            </p:extLst>
          </p:nvPr>
        </p:nvGraphicFramePr>
        <p:xfrm>
          <a:off x="7204712" y="4214335"/>
          <a:ext cx="3289300" cy="20462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0" r:lo="rId31" r:qs="rId32" r:cs="rId33"/>
          </a:graphicData>
        </a:graphic>
      </p:graphicFrame>
    </p:spTree>
    <p:extLst>
      <p:ext uri="{BB962C8B-B14F-4D97-AF65-F5344CB8AC3E}">
        <p14:creationId xmlns:p14="http://schemas.microsoft.com/office/powerpoint/2010/main" val="3247810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41235-DB9E-4DBC-B7A7-A761CF5E1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840" y="462123"/>
            <a:ext cx="8615679" cy="1118097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LIFE EXAMPLE –ONLINE SHOPPING SYSTEM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1A3BD50B-FB9C-4D55-9BC2-524AF8F65CC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267" y="170753"/>
            <a:ext cx="1261501" cy="1164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1D66AA-6B56-4DF0-AB17-0924E7DD3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4185" y="180017"/>
            <a:ext cx="991873" cy="1118097"/>
          </a:xfrm>
          <a:prstGeom prst="rect">
            <a:avLst/>
          </a:prstGeo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1D7FBBF6-3D65-F9E1-B928-5D96C2FC6C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8589879"/>
              </p:ext>
            </p:extLst>
          </p:nvPr>
        </p:nvGraphicFramePr>
        <p:xfrm>
          <a:off x="715642" y="665820"/>
          <a:ext cx="10760716" cy="5909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265235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AF524-6DAE-4295-B499-9812C4791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302" y="1233362"/>
            <a:ext cx="3556498" cy="721062"/>
          </a:xfrm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24E4A8C-B422-4966-B1CD-1037D2D758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8009" y="1944016"/>
            <a:ext cx="3464791" cy="3422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2000" dirty="0"/>
              <a:t>✔ Fast data retrieval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000" dirty="0"/>
              <a:t>✔ Reduced data redundancy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000" dirty="0"/>
              <a:t>✔ Improved security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000" dirty="0"/>
              <a:t>✔ Easy backup and recovery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000" dirty="0"/>
              <a:t>✔ Better data consistency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000" dirty="0"/>
              <a:t>✔ Supports multiple users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000" dirty="0"/>
              <a:t>✔ Easy maintenance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AE00200C-574D-4402-A017-C93E2BD9B84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921" y="69162"/>
            <a:ext cx="1261501" cy="1164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D08A7B-34E5-4626-8417-7DAE6A89B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9079" y="69162"/>
            <a:ext cx="1143000" cy="11180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712394-3920-FFB6-2822-D07B2A38B299}"/>
              </a:ext>
            </a:extLst>
          </p:cNvPr>
          <p:cNvSpPr txBox="1"/>
          <p:nvPr/>
        </p:nvSpPr>
        <p:spPr>
          <a:xfrm>
            <a:off x="5334000" y="1105979"/>
            <a:ext cx="6522489" cy="2034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/>
              <a:t>Initial setup cost is high.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/>
              <a:t>Requires trained professionals.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/>
              <a:t>System failure can affect all users if backups are not maintained.</a:t>
            </a:r>
          </a:p>
        </p:txBody>
      </p:sp>
    </p:spTree>
    <p:extLst>
      <p:ext uri="{BB962C8B-B14F-4D97-AF65-F5344CB8AC3E}">
        <p14:creationId xmlns:p14="http://schemas.microsoft.com/office/powerpoint/2010/main" val="856066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2A8A893-ED60-472A-BF2D-A57BDBEA7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9682" y="365125"/>
            <a:ext cx="6909955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3" name="object 5">
            <a:extLst>
              <a:ext uri="{FF2B5EF4-FFF2-40B4-BE49-F238E27FC236}">
                <a16:creationId xmlns:a16="http://schemas.microsoft.com/office/drawing/2014/main" id="{26C2D0BD-0D33-B084-7B46-04676C15535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676" y="432456"/>
            <a:ext cx="1261501" cy="1044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39BB58-11B6-2F3F-BA59-7952A5B2B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6431" y="432456"/>
            <a:ext cx="1082893" cy="1052504"/>
          </a:xfrm>
          <a:prstGeom prst="rect">
            <a:avLst/>
          </a:prstGeom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322441B1-81A1-43EA-A6E3-C8A59DA8AC8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15605" y="1484960"/>
            <a:ext cx="9972272" cy="4444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dirty="0"/>
              <a:t>DBMS helps in storing and managing data efficiently. 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dirty="0"/>
              <a:t>It reduces data redundancy and improves data consistency.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dirty="0"/>
              <a:t>It provides better security and protects sensitive information.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dirty="0"/>
              <a:t>It allows multiple users to access data simultaneously. 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dirty="0"/>
              <a:t>It enables fast data retrieval and easy data updates. 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dirty="0"/>
              <a:t>DBMS is widely used in banking, healthcare, education, e-commerce, and other industries.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dirty="0"/>
              <a:t>Modern technologies like cloud computing and AI are making DBMS more powerful. 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dirty="0"/>
              <a:t>Overall, DBMS is an essential tool for efficient, secure, and reliable data management.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237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D19B1A2-CC34-48EF-8840-06AA2FBFD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642" y="1567510"/>
            <a:ext cx="7265504" cy="3349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863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777</TotalTime>
  <Words>438</Words>
  <Application>Microsoft Office PowerPoint</Application>
  <PresentationFormat>Widescreen</PresentationFormat>
  <Paragraphs>105</Paragraphs>
  <Slides>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SIMATS SCHOOL OF ENGINEERING SAVEETHA INSTITUTE OF MEDICAL AND TECHNICAL SCIENCES CHENNAI-602105 </vt:lpstr>
      <vt:lpstr>INTRODUCTION </vt:lpstr>
      <vt:lpstr>OBJECTIVES AND FEATURES</vt:lpstr>
      <vt:lpstr>APPLICATIONS IN REAL-LIFE</vt:lpstr>
      <vt:lpstr>REAL LIFE EXAMPLE –ONLINE SHOPPING SYSTEM</vt:lpstr>
      <vt:lpstr>ADVANTAGES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SCHOOL OF ENGINEERING SAVEETHA INSTITUTE OF MEDICAL AND TECHNICAL SCIENCES CHENNAI-602105</dc:title>
  <dc:creator>soundharyas1011@gmail.com</dc:creator>
  <cp:lastModifiedBy>SURYA SRI</cp:lastModifiedBy>
  <cp:revision>55</cp:revision>
  <dcterms:created xsi:type="dcterms:W3CDTF">2026-04-29T16:45:32Z</dcterms:created>
  <dcterms:modified xsi:type="dcterms:W3CDTF">2026-07-21T06:16:40Z</dcterms:modified>
</cp:coreProperties>
</file>